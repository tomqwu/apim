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2c35799fb24345" /><Relationship Type="http://schemas.openxmlformats.org/officeDocument/2006/relationships/extended-properties" Target="/docProps/app.xml" Id="Ra76d95df6d934491" /><Relationship Type="http://schemas.openxmlformats.org/officeDocument/2006/relationships/officeDocument" Target="/ppt/presentation.xml" Id="R6e504064e58b48bc" /></Relationships>
</file>

<file path=ppt/presentation.xml><?xml version="1.0" encoding="utf-8"?>
<p:presentation xmlns:p="http://schemas.openxmlformats.org/presentationml/2006/main">
  <p:sldMasterIdLst>
    <p:sldMasterId xmlns:r="http://schemas.openxmlformats.org/officeDocument/2006/relationships" id="2147483648" r:id="R84bd8bfb80ce41c6"/>
  </p:sldMasterIdLst>
  <p:notesMasterIdLst>
    <p:notesMasterId xmlns:r="http://schemas.openxmlformats.org/officeDocument/2006/relationships" r:id="R60283102e2d047ee"/>
  </p:notesMasterIdLst>
  <p:sldIdLst>
    <p:sldId xmlns:r="http://schemas.openxmlformats.org/officeDocument/2006/relationships" id="256" r:id="Rd42a571b14424c72"/>
    <p:sldId xmlns:r="http://schemas.openxmlformats.org/officeDocument/2006/relationships" id="257" r:id="R19a300a9fbe24b86"/>
    <p:sldId xmlns:r="http://schemas.openxmlformats.org/officeDocument/2006/relationships" id="258" r:id="Rabde214444b54797"/>
    <p:sldId xmlns:r="http://schemas.openxmlformats.org/officeDocument/2006/relationships" id="259" r:id="R57a26c9028fa448a"/>
    <p:sldId xmlns:r="http://schemas.openxmlformats.org/officeDocument/2006/relationships" id="260" r:id="R1317879f208a4b3b"/>
    <p:sldId xmlns:r="http://schemas.openxmlformats.org/officeDocument/2006/relationships" id="261" r:id="R79138c3e38bc422a"/>
    <p:sldId xmlns:r="http://schemas.openxmlformats.org/officeDocument/2006/relationships" id="262" r:id="R41593cd6e3d04e84"/>
    <p:sldId xmlns:r="http://schemas.openxmlformats.org/officeDocument/2006/relationships" id="263" r:id="R81a6333097514565"/>
    <p:sldId xmlns:r="http://schemas.openxmlformats.org/officeDocument/2006/relationships" id="264" r:id="R6f8dcffa866d4f22"/>
    <p:sldId xmlns:r="http://schemas.openxmlformats.org/officeDocument/2006/relationships" id="265" r:id="R8eec536ec0904513"/>
    <p:sldId xmlns:r="http://schemas.openxmlformats.org/officeDocument/2006/relationships" id="266" r:id="R6f48f3af41e34de5"/>
    <p:sldId xmlns:r="http://schemas.openxmlformats.org/officeDocument/2006/relationships" id="267" r:id="R40dff38b55b54ad7"/>
    <p:sldId xmlns:r="http://schemas.openxmlformats.org/officeDocument/2006/relationships" id="268" r:id="Ra77da39db7c84a62"/>
    <p:sldId xmlns:r="http://schemas.openxmlformats.org/officeDocument/2006/relationships" id="269" r:id="R501cb0042d51415e"/>
    <p:sldId xmlns:r="http://schemas.openxmlformats.org/officeDocument/2006/relationships" id="270" r:id="R8fbde56390094b37"/>
    <p:sldId xmlns:r="http://schemas.openxmlformats.org/officeDocument/2006/relationships" id="271" r:id="R472b424db84a4225"/>
    <p:sldId xmlns:r="http://schemas.openxmlformats.org/officeDocument/2006/relationships" id="272" r:id="Rfd44aacfc6fb4e0a"/>
    <p:sldId xmlns:r="http://schemas.openxmlformats.org/officeDocument/2006/relationships" id="273" r:id="Rf6d6cd6f4eef4be7"/>
    <p:sldId xmlns:r="http://schemas.openxmlformats.org/officeDocument/2006/relationships" id="274" r:id="R28d6cd492bb04341"/>
    <p:sldId xmlns:r="http://schemas.openxmlformats.org/officeDocument/2006/relationships" id="275" r:id="R24987c21544b4bf3"/>
    <p:sldId xmlns:r="http://schemas.openxmlformats.org/officeDocument/2006/relationships" id="276" r:id="R2a587f8db21643cc"/>
    <p:sldId xmlns:r="http://schemas.openxmlformats.org/officeDocument/2006/relationships" id="277" r:id="R59b61c420c2d472f"/>
    <p:sldId xmlns:r="http://schemas.openxmlformats.org/officeDocument/2006/relationships" id="278" r:id="R3883b960fe1b4c3a"/>
    <p:sldId xmlns:r="http://schemas.openxmlformats.org/officeDocument/2006/relationships" id="279" r:id="R2c2455e77e5040c9"/>
    <p:sldId xmlns:r="http://schemas.openxmlformats.org/officeDocument/2006/relationships" id="280" r:id="R55a8954c0d2343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a50838c72342bc" /><Relationship Type="http://schemas.openxmlformats.org/officeDocument/2006/relationships/slideMaster" Target="/ppt/slideMasters/slideMaster1.xml" Id="R84bd8bfb80ce41c6" /><Relationship Type="http://schemas.openxmlformats.org/officeDocument/2006/relationships/notesMaster" Target="/ppt/notesMasters/notesMaster1.xml" Id="R60283102e2d047ee" /><Relationship Type="http://schemas.openxmlformats.org/officeDocument/2006/relationships/presProps" Target="/ppt/presProps.xml" Id="Ra25fba3f206443b5" /><Relationship Type="http://schemas.openxmlformats.org/officeDocument/2006/relationships/tableStyles" Target="/ppt/tableStyles.xml" Id="Rad2d102164504aa9" /><Relationship Type="http://schemas.openxmlformats.org/officeDocument/2006/relationships/slide" Target="/ppt/slides/slide1.xml" Id="Rd42a571b14424c72" /><Relationship Type="http://schemas.openxmlformats.org/officeDocument/2006/relationships/slide" Target="/ppt/slides/slide2.xml" Id="R19a300a9fbe24b86" /><Relationship Type="http://schemas.openxmlformats.org/officeDocument/2006/relationships/slide" Target="/ppt/slides/slide3.xml" Id="Rabde214444b54797" /><Relationship Type="http://schemas.openxmlformats.org/officeDocument/2006/relationships/slide" Target="/ppt/slides/slide4.xml" Id="R57a26c9028fa448a" /><Relationship Type="http://schemas.openxmlformats.org/officeDocument/2006/relationships/slide" Target="/ppt/slides/slide5.xml" Id="R1317879f208a4b3b" /><Relationship Type="http://schemas.openxmlformats.org/officeDocument/2006/relationships/slide" Target="/ppt/slides/slide6.xml" Id="R79138c3e38bc422a" /><Relationship Type="http://schemas.openxmlformats.org/officeDocument/2006/relationships/slide" Target="/ppt/slides/slide7.xml" Id="R41593cd6e3d04e84" /><Relationship Type="http://schemas.openxmlformats.org/officeDocument/2006/relationships/slide" Target="/ppt/slides/slide8.xml" Id="R81a6333097514565" /><Relationship Type="http://schemas.openxmlformats.org/officeDocument/2006/relationships/slide" Target="/ppt/slides/slide9.xml" Id="R6f8dcffa866d4f22" /><Relationship Type="http://schemas.openxmlformats.org/officeDocument/2006/relationships/slide" Target="/ppt/slides/slide10.xml" Id="R8eec536ec0904513" /><Relationship Type="http://schemas.openxmlformats.org/officeDocument/2006/relationships/slide" Target="/ppt/slides/slide11.xml" Id="R6f48f3af41e34de5" /><Relationship Type="http://schemas.openxmlformats.org/officeDocument/2006/relationships/slide" Target="/ppt/slides/slide12.xml" Id="R40dff38b55b54ad7" /><Relationship Type="http://schemas.openxmlformats.org/officeDocument/2006/relationships/slide" Target="/ppt/slides/slide13.xml" Id="Ra77da39db7c84a62" /><Relationship Type="http://schemas.openxmlformats.org/officeDocument/2006/relationships/slide" Target="/ppt/slides/slide14.xml" Id="R501cb0042d51415e" /><Relationship Type="http://schemas.openxmlformats.org/officeDocument/2006/relationships/slide" Target="/ppt/slides/slide15.xml" Id="R8fbde56390094b37" /><Relationship Type="http://schemas.openxmlformats.org/officeDocument/2006/relationships/slide" Target="/ppt/slides/slide16.xml" Id="R472b424db84a4225" /><Relationship Type="http://schemas.openxmlformats.org/officeDocument/2006/relationships/slide" Target="/ppt/slides/slide17.xml" Id="Rfd44aacfc6fb4e0a" /><Relationship Type="http://schemas.openxmlformats.org/officeDocument/2006/relationships/slide" Target="/ppt/slides/slide18.xml" Id="Rf6d6cd6f4eef4be7" /><Relationship Type="http://schemas.openxmlformats.org/officeDocument/2006/relationships/slide" Target="/ppt/slides/slide19.xml" Id="R28d6cd492bb04341" /><Relationship Type="http://schemas.openxmlformats.org/officeDocument/2006/relationships/slide" Target="/ppt/slides/slide20.xml" Id="R24987c21544b4bf3" /><Relationship Type="http://schemas.openxmlformats.org/officeDocument/2006/relationships/slide" Target="/ppt/slides/slide21.xml" Id="R2a587f8db21643cc" /><Relationship Type="http://schemas.openxmlformats.org/officeDocument/2006/relationships/slide" Target="/ppt/slides/slide22.xml" Id="R59b61c420c2d472f" /><Relationship Type="http://schemas.openxmlformats.org/officeDocument/2006/relationships/slide" Target="/ppt/slides/slide23.xml" Id="R3883b960fe1b4c3a" /><Relationship Type="http://schemas.openxmlformats.org/officeDocument/2006/relationships/slide" Target="/ppt/slides/slide24.xml" Id="R2c2455e77e5040c9" /><Relationship Type="http://schemas.openxmlformats.org/officeDocument/2006/relationships/slide" Target="/ppt/slides/slide25.xml" Id="R55a8954c0d2343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f559b9762c4a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a08db07b1c4bfb" /><Relationship Type="http://schemas.openxmlformats.org/officeDocument/2006/relationships/notesMaster" Target="/ppt/notesMasters/notesMaster1.xml" Id="Rc92e35807f62433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d919c2aefe4b53" /><Relationship Type="http://schemas.openxmlformats.org/officeDocument/2006/relationships/notesMaster" Target="/ppt/notesMasters/notesMaster1.xml" Id="R155eaa5ac02744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f7ae17b4d24856" /><Relationship Type="http://schemas.openxmlformats.org/officeDocument/2006/relationships/notesMaster" Target="/ppt/notesMasters/notesMaster1.xml" Id="R78eea87e8a204a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c2379dd2e1149fd" /><Relationship Type="http://schemas.openxmlformats.org/officeDocument/2006/relationships/notesMaster" Target="/ppt/notesMasters/notesMaster1.xml" Id="R44e000725c904c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642a8fe2904a1b" /><Relationship Type="http://schemas.openxmlformats.org/officeDocument/2006/relationships/notesMaster" Target="/ppt/notesMasters/notesMaster1.xml" Id="Rde189533028f4e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831eeeec7a43ed" /><Relationship Type="http://schemas.openxmlformats.org/officeDocument/2006/relationships/notesMaster" Target="/ppt/notesMasters/notesMaster1.xml" Id="R95a234de501843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f5a81775b44454" /><Relationship Type="http://schemas.openxmlformats.org/officeDocument/2006/relationships/notesMaster" Target="/ppt/notesMasters/notesMaster1.xml" Id="R2a258e6e8c084c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8fbd1cb3b24d9c" /><Relationship Type="http://schemas.openxmlformats.org/officeDocument/2006/relationships/notesMaster" Target="/ppt/notesMasters/notesMaster1.xml" Id="R9b19eaa3548d4a4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f86950050c4bfb" /><Relationship Type="http://schemas.openxmlformats.org/officeDocument/2006/relationships/notesMaster" Target="/ppt/notesMasters/notesMaster1.xml" Id="Rc2ae1f4b6f6b40b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c9ef20d73df4096" /><Relationship Type="http://schemas.openxmlformats.org/officeDocument/2006/relationships/notesMaster" Target="/ppt/notesMasters/notesMaster1.xml" Id="Rf95dc2b0b2f942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239f2e495214aae" /><Relationship Type="http://schemas.openxmlformats.org/officeDocument/2006/relationships/notesMaster" Target="/ppt/notesMasters/notesMaster1.xml" Id="R2fc8a1c6341740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4d1de4789c4bb7" /><Relationship Type="http://schemas.openxmlformats.org/officeDocument/2006/relationships/notesMaster" Target="/ppt/notesMasters/notesMaster1.xml" Id="R83ab8165c7db41e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a0edd0e6d74479" /><Relationship Type="http://schemas.openxmlformats.org/officeDocument/2006/relationships/notesMaster" Target="/ppt/notesMasters/notesMaster1.xml" Id="Raad81534dccc43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8d4aaac7e8940b5" /><Relationship Type="http://schemas.openxmlformats.org/officeDocument/2006/relationships/notesMaster" Target="/ppt/notesMasters/notesMaster1.xml" Id="R14210cc579104f8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2b57719278e4890" /><Relationship Type="http://schemas.openxmlformats.org/officeDocument/2006/relationships/notesMaster" Target="/ppt/notesMasters/notesMaster1.xml" Id="Rae35e358a7574a5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dd08ee385674b8b" /><Relationship Type="http://schemas.openxmlformats.org/officeDocument/2006/relationships/notesMaster" Target="/ppt/notesMasters/notesMaster1.xml" Id="R6ab98e7b67f84a0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57e5895c0bf434a" /><Relationship Type="http://schemas.openxmlformats.org/officeDocument/2006/relationships/notesMaster" Target="/ppt/notesMasters/notesMaster1.xml" Id="R634910d6fd614e4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d18ebe383c74b49" /><Relationship Type="http://schemas.openxmlformats.org/officeDocument/2006/relationships/notesMaster" Target="/ppt/notesMasters/notesMaster1.xml" Id="Rc098ccc6934d4c1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5d9fc9ef7c247cf" /><Relationship Type="http://schemas.openxmlformats.org/officeDocument/2006/relationships/notesMaster" Target="/ppt/notesMasters/notesMaster1.xml" Id="Rad9a2bca8e8a458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f04cb2c94c4483" /><Relationship Type="http://schemas.openxmlformats.org/officeDocument/2006/relationships/notesMaster" Target="/ppt/notesMasters/notesMaster1.xml" Id="Re49af1aedc6a4fa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726f4cae1db4fe4" /><Relationship Type="http://schemas.openxmlformats.org/officeDocument/2006/relationships/notesMaster" Target="/ppt/notesMasters/notesMaster1.xml" Id="Rb7c89a61467c40c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26036bead864a76" /><Relationship Type="http://schemas.openxmlformats.org/officeDocument/2006/relationships/notesMaster" Target="/ppt/notesMasters/notesMaster1.xml" Id="R5eaf47351d9d4d5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84679308ba5440c" /><Relationship Type="http://schemas.openxmlformats.org/officeDocument/2006/relationships/notesMaster" Target="/ppt/notesMasters/notesMaster1.xml" Id="R2d7c6a7feae44a2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a0257e409b24246" /><Relationship Type="http://schemas.openxmlformats.org/officeDocument/2006/relationships/notesMaster" Target="/ppt/notesMasters/notesMaster1.xml" Id="R429219dcd6b14d2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5a8ab6c7d6c4c3a" /><Relationship Type="http://schemas.openxmlformats.org/officeDocument/2006/relationships/notesMaster" Target="/ppt/notesMasters/notesMaster1.xml" Id="Rf2a2201dd89544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the scope: this is a guided decision and proof journey, not a product marketing deck.</a:t>
            </a:r>
          </a:p>
          <a:p xmlns:a="http://schemas.openxmlformats.org/drawingml/2006/main">
            <a:r>
              <a:t/>
            </a:r>
          </a:p>
          <a:p xmlns:a="http://schemas.openxmlformats.org/drawingml/2006/main">
            <a:r>
              <a:t>[Talk track]</a:t>
            </a:r>
          </a:p>
          <a:p xmlns:a="http://schemas.openxmlformats.org/drawingml/2006/main">
            <a:r>
              <a:t>We start from the stated target operating model, explain why Kong leads under that model, and then make the ownership, migration, evidence and exit gates explicit.</a:t>
            </a:r>
          </a:p>
          <a:p xmlns:a="http://schemas.openxmlformats.org/drawingml/2006/main">
            <a:r>
              <a:t/>
            </a:r>
          </a:p>
          <a:p xmlns:a="http://schemas.openxmlformats.org/drawingml/2006/main">
            <a:r>
              <a:t>[Ask]</a:t>
            </a:r>
          </a:p>
          <a:p xmlns:a="http://schemas.openxmlformats.org/drawingml/2006/main">
            <a:r>
              <a:t>Align on the decision question: approve a bounded Kong direction and proof programme—not critical production scale.</a:t>
            </a:r>
          </a:p>
          <a:p xmlns:a="http://schemas.openxmlformats.org/drawingml/2006/main">
            <a:r>
              <a:t/>
            </a:r>
          </a:p>
          <a:p xmlns:a="http://schemas.openxmlformats.org/drawingml/2006/main">
            <a:r>
              <a:t>[Bridge]</a:t>
            </a:r>
          </a:p>
          <a:p xmlns:a="http://schemas.openxmlformats.org/drawingml/2006/main">
            <a:r>
              <a:t>First, make the target operating model visible because it drives the scoring and the platform fit.</a:t>
            </a:r>
          </a:p>
          <a:p xmlns:a="http://schemas.openxmlformats.org/drawingml/2006/main">
            <a:r>
              <a:t/>
            </a:r>
          </a:p>
          <a:p xmlns:a="http://schemas.openxmlformats.org/drawingml/2006/main">
            <a:r>
              <a:t>[Caveat]</a:t>
            </a:r>
          </a:p>
          <a:p xmlns:a="http://schemas.openxmlformats.org/drawingml/2006/main">
            <a:r>
              <a:t>The supplied Word document is stakeholder input. Its ratings and recommendation are not independent comparative proof.</a:t>
            </a:r>
          </a:p>
          <a:p xmlns:a="http://schemas.openxmlformats.org/drawingml/2006/main">
            <a:r>
              <a:t/>
            </a:r>
          </a:p>
          <a:p xmlns:a="http://schemas.openxmlformats.org/drawingml/2006/main">
            <a:r>
              <a:t>[Sources]</a:t>
            </a:r>
          </a:p>
          <a:p xmlns:a="http://schemas.openxmlformats.org/drawingml/2006/main">
            <a:r>
              <a:t>- docs/48-kong-guided-evaluation.md</a:t>
            </a:r>
          </a:p>
          <a:p xmlns:a="http://schemas.openxmlformats.org/drawingml/2006/main">
            <a:r>
              <a:t>- docs/47-kong-enterprise-platform-strategy.md</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why the same product can be a good or poor choice depending on the target operating model.</a:t>
            </a:r>
          </a:p>
          <a:p xmlns:a="http://schemas.openxmlformats.org/drawingml/2006/main">
            <a:r>
              <a:t/>
            </a:r>
          </a:p>
          <a:p xmlns:a="http://schemas.openxmlformats.org/drawingml/2006/main">
            <a:r>
              <a:t>[Talk track]</a:t>
            </a:r>
          </a:p>
          <a:p xmlns:a="http://schemas.openxmlformats.org/drawingml/2006/main">
            <a:r>
              <a:t>The supplied assessment favors Kubernetes, GitOps, platform engineering, self-service, observability and emerging AI traffic governance. Those priorities explain why Kong scores well. They should be confirmed with accountable owners.</a:t>
            </a:r>
          </a:p>
          <a:p xmlns:a="http://schemas.openxmlformats.org/drawingml/2006/main">
            <a:r>
              <a:t/>
            </a:r>
          </a:p>
          <a:p xmlns:a="http://schemas.openxmlformats.org/drawingml/2006/main">
            <a:r>
              <a:t>[Ask]</a:t>
            </a:r>
          </a:p>
          <a:p xmlns:a="http://schemas.openxmlformats.org/drawingml/2006/main">
            <a:r>
              <a:t>Confirm or amend these target-state assumptions before using them as decision weights.</a:t>
            </a:r>
          </a:p>
          <a:p xmlns:a="http://schemas.openxmlformats.org/drawingml/2006/main">
            <a:r>
              <a:t/>
            </a:r>
          </a:p>
          <a:p xmlns:a="http://schemas.openxmlformats.org/drawingml/2006/main">
            <a:r>
              <a:t>[Bridge]</a:t>
            </a:r>
          </a:p>
          <a:p xmlns:a="http://schemas.openxmlformats.org/drawingml/2006/main">
            <a:r>
              <a:t>The next slide shows how those priorities were encoded in the supplied scorecard.</a:t>
            </a:r>
          </a:p>
          <a:p xmlns:a="http://schemas.openxmlformats.org/drawingml/2006/main">
            <a:r>
              <a:t/>
            </a:r>
          </a:p>
          <a:p xmlns:a="http://schemas.openxmlformats.org/drawingml/2006/main">
            <a:r>
              <a:t>[Caveat]</a:t>
            </a:r>
          </a:p>
          <a:p xmlns:a="http://schemas.openxmlformats.org/drawingml/2006/main">
            <a:r>
              <a:t>These are stakeholder-stated objectives; the document does not provide a verified workload inventory or current-state baseline.</a:t>
            </a:r>
          </a:p>
          <a:p xmlns:a="http://schemas.openxmlformats.org/drawingml/2006/main">
            <a:r>
              <a:t/>
            </a:r>
          </a:p>
          <a:p xmlns:a="http://schemas.openxmlformats.org/drawingml/2006/main">
            <a:r>
              <a:t>[Sources]</a:t>
            </a:r>
          </a:p>
          <a:p xmlns:a="http://schemas.openxmlformats.org/drawingml/2006/main">
            <a:r>
              <a:t>- docs/48-kong-guided-evaluation.md#stated-target-operating-model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historical weighting model transparent and expose the dimensions required for a governed re-score.</a:t>
            </a:r>
          </a:p>
          <a:p xmlns:a="http://schemas.openxmlformats.org/drawingml/2006/main">
            <a:r>
              <a:t/>
            </a:r>
          </a:p>
          <a:p xmlns:a="http://schemas.openxmlformats.org/drawingml/2006/main">
            <a:r>
              <a:t>[Talk track]</a:t>
            </a:r>
          </a:p>
          <a:p xmlns:a="http://schemas.openxmlformats.org/drawingml/2006/main">
            <a:r>
              <a:t>Eight supplied categories sum to 100%, and Kubernetes plus GitOps carry 35%. The provisional planning scenario rebases those historical categories to 60% and allocates 40% across multicloud, scalability/robustness, enterprise IAM and traceability, reversibility/vendor dependency, fully allocated TCO, and control-plane operating responsibility. This makes the meeting feedback visible without changing the historical ratings. The 40% split is an assumption to approve or amend; every new product rating remains unknown.</a:t>
            </a:r>
          </a:p>
          <a:p xmlns:a="http://schemas.openxmlformats.org/drawingml/2006/main">
            <a:r>
              <a:t/>
            </a:r>
          </a:p>
          <a:p xmlns:a="http://schemas.openxmlformats.org/drawingml/2006/main">
            <a:r>
              <a:t>[Ask]</a:t>
            </a:r>
          </a:p>
          <a:p xmlns:a="http://schemas.openxmlformats.org/drawingml/2006/main">
            <a:r>
              <a:t>Approve, amend, or reject the provisional weights and double-counting rules, then assign the exact-option boundary, mandatory gates, evidence floor, scorer and approver panel, rating authority, confidence treatment, sensitivity method, dissent rule, and permitted decision use.</a:t>
            </a:r>
          </a:p>
          <a:p xmlns:a="http://schemas.openxmlformats.org/drawingml/2006/main">
            <a:r>
              <a:t/>
            </a:r>
          </a:p>
          <a:p xmlns:a="http://schemas.openxmlformats.org/drawingml/2006/main">
            <a:r>
              <a:t>[Bridge]</a:t>
            </a:r>
          </a:p>
          <a:p xmlns:a="http://schemas.openxmlformats.org/drawingml/2006/main">
            <a:r>
              <a:t>Now compare operating-model fit rather than treating these products as interchangeable feature bundles.</a:t>
            </a:r>
          </a:p>
          <a:p xmlns:a="http://schemas.openxmlformats.org/drawingml/2006/main">
            <a:r>
              <a:t/>
            </a:r>
          </a:p>
          <a:p xmlns:a="http://schemas.openxmlformats.org/drawingml/2006/main">
            <a:r>
              <a:t>[Caveat]</a:t>
            </a:r>
          </a:p>
          <a:p xmlns:a="http://schemas.openxmlformats.org/drawingml/2006/main">
            <a:r>
              <a:t>The provisional weights are a scenario, not an approved model or revised ranking. The new ratings remain unknown, 30 mandatory gates remain unknown, and common score-capable evidence coverage is 0%.</a:t>
            </a:r>
          </a:p>
          <a:p xmlns:a="http://schemas.openxmlformats.org/drawingml/2006/main">
            <a:r>
              <a:t/>
            </a:r>
          </a:p>
          <a:p xmlns:a="http://schemas.openxmlformats.org/drawingml/2006/main">
            <a:r>
              <a:t>[Sources]</a:t>
            </a:r>
          </a:p>
          <a:p xmlns:a="http://schemas.openxmlformats.org/drawingml/2006/main">
            <a:r>
              <a:t>- 48-kong-guided-evaluation.md#supplied-weighting-model</a:t>
            </a:r>
          </a:p>
          <a:p xmlns:a="http://schemas.openxmlformats.org/drawingml/2006/main">
            <a:r>
              <a:t>- 48-kong-guided-evaluation.md#meeting-feedback-assurance-crosswalk</a:t>
            </a:r>
          </a:p>
          <a:p xmlns:a="http://schemas.openxmlformats.org/drawingml/2006/main">
            <a:r>
              <a:t>- 48-kong-guided-evaluation.md#provisional-weighting-and-uncertainty-scenario</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https://developer.konghq.com/gateway/hybrid-mode/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Reframe the product comparison as conditional operating-model choices.</a:t>
            </a:r>
          </a:p>
          <a:p xmlns:a="http://schemas.openxmlformats.org/drawingml/2006/main">
            <a:r>
              <a:t/>
            </a:r>
          </a:p>
          <a:p xmlns:a="http://schemas.openxmlformats.org/drawingml/2006/main">
            <a:r>
              <a:t>[Talk track]</a:t>
            </a:r>
          </a:p>
          <a:p xmlns:a="http://schemas.openxmlformats.org/drawingml/2006/main">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xmlns:a="http://schemas.openxmlformats.org/drawingml/2006/main">
            <a:r>
              <a:t/>
            </a:r>
          </a:p>
          <a:p xmlns:a="http://schemas.openxmlformats.org/drawingml/2006/main">
            <a:r>
              <a:t>[Ask]</a:t>
            </a:r>
          </a:p>
          <a:p xmlns:a="http://schemas.openxmlformats.org/drawingml/2006/main">
            <a:r>
              <a:t>Agree on the counterfactuals that would change the platform direction.</a:t>
            </a:r>
          </a:p>
          <a:p xmlns:a="http://schemas.openxmlformats.org/drawingml/2006/main">
            <a:r>
              <a:t/>
            </a:r>
          </a:p>
          <a:p xmlns:a="http://schemas.openxmlformats.org/drawingml/2006/main">
            <a:r>
              <a:t>[Bridge]</a:t>
            </a:r>
          </a:p>
          <a:p xmlns:a="http://schemas.openxmlformats.org/drawingml/2006/main">
            <a:r>
              <a:t>The supplied scorecard encodes one of these preferences. We correct its arithmetic on the next slide.</a:t>
            </a:r>
          </a:p>
          <a:p xmlns:a="http://schemas.openxmlformats.org/drawingml/2006/main">
            <a:r>
              <a:t/>
            </a:r>
          </a:p>
          <a:p xmlns:a="http://schemas.openxmlformats.org/drawingml/2006/main">
            <a:r>
              <a:t>[Caveat]</a:t>
            </a:r>
          </a:p>
          <a:p xmlns:a="http://schemas.openxmlformats.org/drawingml/2006/main">
            <a:r>
              <a:t>The source document's qualitative ratings and cost/lock-in labels are supplied assessments, not independently verified facts.</a:t>
            </a:r>
          </a:p>
          <a:p xmlns:a="http://schemas.openxmlformats.org/drawingml/2006/main">
            <a:r>
              <a:t/>
            </a:r>
          </a:p>
          <a:p xmlns:a="http://schemas.openxmlformats.org/drawingml/2006/main">
            <a:r>
              <a:t>[Sources]</a:t>
            </a:r>
          </a:p>
          <a:p xmlns:a="http://schemas.openxmlformats.org/drawingml/2006/main">
            <a:r>
              <a:t>- docs/48-kong-guided-evaluation.md#conditional-option-archetypes</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the scorecard transparently without overstating its evidentiary value.</a:t>
            </a:r>
          </a:p>
          <a:p xmlns:a="http://schemas.openxmlformats.org/drawingml/2006/main">
            <a:r>
              <a:t/>
            </a:r>
          </a:p>
          <a:p xmlns:a="http://schemas.openxmlformats.org/drawingml/2006/main">
            <a:r>
              <a:t>[Talk track]</a:t>
            </a:r>
          </a:p>
          <a:p xmlns:a="http://schemas.openxmlformats.org/drawingml/2006/main">
            <a:r>
              <a:t>The historical inputs recalculate to 93 for Kong, 85.5 for Apigee, and 77 for MuleSoft. Under the provisional 60/40 weighting, their historical-input contributions are 55.8, 51.3, and 46.2. Leaving the added 40% honestly unknown produces ranges of 55.8–95.8, 51.3–91.3, and 46.2–86.2. The overlap is the finding: a modest advantage on the missing dimensions can reverse the historical order, so the deck does not publish a new decision score.</a:t>
            </a:r>
          </a:p>
          <a:p xmlns:a="http://schemas.openxmlformats.org/drawingml/2006/main">
            <a:r>
              <a:t/>
            </a:r>
          </a:p>
          <a:p xmlns:a="http://schemas.openxmlformats.org/drawingml/2006/main">
            <a:r>
              <a:t>[Ask]</a:t>
            </a:r>
          </a:p>
          <a:p xmlns:a="http://schemas.openxmlformats.org/drawingml/2006/main">
            <a:r>
              <a:t>Confirm that the historical score remains directional input only, review the scenario assumptions, and assign the evidence and scorer roles that can narrow the ranges without protecting a preferred order.</a:t>
            </a:r>
          </a:p>
          <a:p xmlns:a="http://schemas.openxmlformats.org/drawingml/2006/main">
            <a:r>
              <a:t/>
            </a:r>
          </a:p>
          <a:p xmlns:a="http://schemas.openxmlformats.org/drawingml/2006/main">
            <a:r>
              <a:t>[Bridge]</a:t>
            </a:r>
          </a:p>
          <a:p xmlns:a="http://schemas.openxmlformats.org/drawingml/2006/main">
            <a:r>
              <a:t>We can now state a bounded decision that preserves falsifiability.</a:t>
            </a:r>
          </a:p>
          <a:p xmlns:a="http://schemas.openxmlformats.org/drawingml/2006/main">
            <a:r>
              <a:t/>
            </a:r>
          </a:p>
          <a:p xmlns:a="http://schemas.openxmlformats.org/drawingml/2006/main">
            <a:r>
              <a:t>[Caveat]</a:t>
            </a:r>
          </a:p>
          <a:p xmlns:a="http://schemas.openxmlformats.org/drawingml/2006/main">
            <a:r>
              <a:t>The arithmetic scenario has been run; the governed product comparison has not. The midpoint is not a score, the endpoints are not forecasts, and the historical values remain unverified `E0` input rather than an independent benchmark or production-fit result.</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- 48-kong-guided-evaluation.md#provisional-weighting-and-uncertainty-scenario</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assessment recommendation into a reversible authorization boundary.</a:t>
            </a:r>
          </a:p>
          <a:p xmlns:a="http://schemas.openxmlformats.org/drawingml/2006/main">
            <a:r>
              <a:t/>
            </a:r>
          </a:p>
          <a:p xmlns:a="http://schemas.openxmlformats.org/drawingml/2006/main">
            <a:r>
              <a:t>[Talk track]</a:t>
            </a:r>
          </a:p>
          <a:p xmlns:a="http://schemas.openxmlformats.org/drawingml/2006/main">
            <a:r>
              <a:t>Proceed with Kong as the leading planning direction, but authorize only the foundation and proof programme. Critical scale stays blocked until the outcome gates close.</a:t>
            </a:r>
          </a:p>
          <a:p xmlns:a="http://schemas.openxmlformats.org/drawingml/2006/main">
            <a:r>
              <a:t/>
            </a:r>
          </a:p>
          <a:p xmlns:a="http://schemas.openxmlformats.org/drawingml/2006/main">
            <a:r>
              <a:t>[Ask]</a:t>
            </a:r>
          </a:p>
          <a:p xmlns:a="http://schemas.openxmlformats.org/drawingml/2006/main">
            <a:r>
              <a:t>Approve the bounded direction, owners and evidence budget.</a:t>
            </a:r>
          </a:p>
          <a:p xmlns:a="http://schemas.openxmlformats.org/drawingml/2006/main">
            <a:r>
              <a:t/>
            </a:r>
          </a:p>
          <a:p xmlns:a="http://schemas.openxmlformats.org/drawingml/2006/main">
            <a:r>
              <a:t>[Bridge]</a:t>
            </a:r>
          </a:p>
          <a:p xmlns:a="http://schemas.openxmlformats.org/drawingml/2006/main">
            <a:r>
              <a:t>The first design decision is not topology. It is who controls and operates the management plane.</a:t>
            </a:r>
          </a:p>
          <a:p xmlns:a="http://schemas.openxmlformats.org/drawingml/2006/main">
            <a:r>
              <a:t/>
            </a:r>
          </a:p>
          <a:p xmlns:a="http://schemas.openxmlformats.org/drawingml/2006/main">
            <a:r>
              <a:t>[Caveat]</a:t>
            </a:r>
          </a:p>
          <a:p xmlns:a="http://schemas.openxmlformats.org/drawingml/2006/main">
            <a:r>
              <a:t>This is not a universal product ranking or a claim of production readiness.</a:t>
            </a:r>
          </a:p>
          <a:p xmlns:a="http://schemas.openxmlformats.org/drawingml/2006/main">
            <a:r>
              <a:t/>
            </a:r>
          </a:p>
          <a:p xmlns:a="http://schemas.openxmlformats.org/drawingml/2006/main">
            <a:r>
              <a:t>[Sources]</a:t>
            </a:r>
          </a:p>
          <a:p xmlns:a="http://schemas.openxmlformats.org/drawingml/2006/main">
            <a:r>
              <a:t>- docs/48-kong-guided-evaluation.md#bounded-authorization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the operating-model decision from being hidden inside an architecture diagram.</a:t>
            </a:r>
          </a:p>
          <a:p xmlns:a="http://schemas.openxmlformats.org/drawingml/2006/main">
            <a:r>
              <a:t/>
            </a:r>
          </a:p>
          <a:p xmlns:a="http://schemas.openxmlformats.org/drawingml/2006/main">
            <a:r>
              <a:t>[Talk track]</a:t>
            </a:r>
          </a:p>
          <a:p xmlns:a="http://schemas.openxmlformats.org/drawingml/2006/main">
            <a:r>
              <a:t>The leading target is self-managed hybrid. Konnect is a same-vendor custody benchmark, not a vendor exit. A true non-Kong exit remains a separate obligation.</a:t>
            </a:r>
          </a:p>
          <a:p xmlns:a="http://schemas.openxmlformats.org/drawingml/2006/main">
            <a:r>
              <a:t/>
            </a:r>
          </a:p>
          <a:p xmlns:a="http://schemas.openxmlformats.org/drawingml/2006/main">
            <a:r>
              <a:t>[Ask]</a:t>
            </a:r>
          </a:p>
          <a:p xmlns:a="http://schemas.openxmlformats.org/drawingml/2006/main">
            <a:r>
              <a:t>Confirm the leading target and authorize the two counterfactual benchmarks.</a:t>
            </a:r>
          </a:p>
          <a:p xmlns:a="http://schemas.openxmlformats.org/drawingml/2006/main">
            <a:r>
              <a:t/>
            </a:r>
          </a:p>
          <a:p xmlns:a="http://schemas.openxmlformats.org/drawingml/2006/main">
            <a:r>
              <a:t>[Bridge]</a:t>
            </a:r>
          </a:p>
          <a:p xmlns:a="http://schemas.openxmlformats.org/drawingml/2006/main">
            <a:r>
              <a:t>If self-managed control leads, the enterprise must accept the permanent duty that comes with it.</a:t>
            </a:r>
          </a:p>
          <a:p xmlns:a="http://schemas.openxmlformats.org/drawingml/2006/main">
            <a:r>
              <a:t/>
            </a:r>
          </a:p>
          <a:p xmlns:a="http://schemas.openxmlformats.org/drawingml/2006/main">
            <a:r>
              <a:t>[Caveat]</a:t>
            </a:r>
          </a:p>
          <a:p xmlns:a="http://schemas.openxmlformats.org/drawingml/2006/main">
            <a:r>
              <a:t>The option records are planning hypotheses until custody, migration and outcome evidence are executed.</a:t>
            </a:r>
          </a:p>
          <a:p xmlns:a="http://schemas.openxmlformats.org/drawingml/2006/main">
            <a:r>
              <a:t/>
            </a:r>
          </a:p>
          <a:p xmlns:a="http://schemas.openxmlformats.org/drawingml/2006/main">
            <a:r>
              <a:t>[Sources]</a:t>
            </a:r>
          </a:p>
          <a:p xmlns:a="http://schemas.openxmlformats.org/drawingml/2006/main">
            <a:r>
              <a:t>- docs/44-kong-multicloud-study-roadmap.md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accountability, risk, and fully allocated cost side of the target operating boundary visible without making an unsupported legal conclusion.</a:t>
            </a:r>
          </a:p>
          <a:p xmlns:a="http://schemas.openxmlformats.org/drawingml/2006/main">
            <a:r>
              <a:t/>
            </a:r>
          </a:p>
          <a:p xmlns:a="http://schemas.openxmlformats.org/drawingml/2006/main">
            <a:r>
              <a:t>[Talk track]</a:t>
            </a:r>
          </a:p>
          <a:p xmlns:a="http://schemas.openxmlformats.org/drawingml/2006/main">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xmlns:a="http://schemas.openxmlformats.org/drawingml/2006/main">
            <a:r>
              <a:t/>
            </a:r>
          </a:p>
          <a:p xmlns:a="http://schemas.openxmlformats.org/drawingml/2006/main">
            <a:r>
              <a:t>[Ask]</a:t>
            </a:r>
          </a:p>
          <a:p xmlns:a="http://schemas.openxmlformats.org/drawingml/2006/main">
            <a:r>
              <a:t>Confirm whether platform product, database/SRE, PKI/security, release engineering, service management, sourcing/FinOps, and support roles accept the duty, capacity, objectives, evidence, and escalation path.</a:t>
            </a:r>
          </a:p>
          <a:p xmlns:a="http://schemas.openxmlformats.org/drawingml/2006/main">
            <a:r>
              <a:t/>
            </a:r>
          </a:p>
          <a:p xmlns:a="http://schemas.openxmlformats.org/drawingml/2006/main">
            <a:r>
              <a:t>[Bridge]</a:t>
            </a:r>
          </a:p>
          <a:p xmlns:a="http://schemas.openxmlformats.org/drawingml/2006/main">
            <a:r>
              <a:t>With the boundary explicit, the target topology becomes simple enough to explain.</a:t>
            </a:r>
          </a:p>
          <a:p xmlns:a="http://schemas.openxmlformats.org/drawingml/2006/main">
            <a:r>
              <a:t/>
            </a:r>
          </a:p>
          <a:p xmlns:a="http://schemas.openxmlformats.org/drawingml/2006/main">
            <a:r>
              <a:t>[Caveat]</a:t>
            </a:r>
          </a:p>
          <a:p xmlns:a="http://schemas.openxmlformats.org/drawingml/2006/main">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https://developer.konghq.com/gateway/hybrid-mode/</a:t>
            </a:r>
          </a:p>
          <a:p xmlns:a="http://schemas.openxmlformats.org/drawingml/2006/main">
            <a:r>
              <a:t>- https://developer.konghq.com/gateway/version-support-policy/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Give the audience a readable mental model of the target architecture.</a:t>
            </a:r>
          </a:p>
          <a:p xmlns:a="http://schemas.openxmlformats.org/drawingml/2006/main">
            <a:r>
              <a:t/>
            </a:r>
          </a:p>
          <a:p xmlns:a="http://schemas.openxmlformats.org/drawingml/2006/main">
            <a:r>
              <a:t>[Talk track]</a:t>
            </a:r>
          </a:p>
          <a:p xmlns:a="http://schemas.openxmlformats.org/drawingml/2006/main">
            <a:r>
              <a:t>Configuration authority is centralized in the enterprise control zone. Data planes proxy near workloads using accepted cached configuration. Local collectors preserve evidence close to the runtime. This is a simplification of the canonical engineering diagram.</a:t>
            </a:r>
          </a:p>
          <a:p xmlns:a="http://schemas.openxmlformats.org/drawingml/2006/main">
            <a:r>
              <a:t/>
            </a:r>
          </a:p>
          <a:p xmlns:a="http://schemas.openxmlformats.org/drawingml/2006/main">
            <a:r>
              <a:t>[Ask]</a:t>
            </a:r>
          </a:p>
          <a:p xmlns:a="http://schemas.openxmlformats.org/drawingml/2006/main">
            <a:r>
              <a:t>Validate control-zone ownership, data-plane placement and evidence boundaries.</a:t>
            </a:r>
          </a:p>
          <a:p xmlns:a="http://schemas.openxmlformats.org/drawingml/2006/main">
            <a:r>
              <a:t/>
            </a:r>
          </a:p>
          <a:p xmlns:a="http://schemas.openxmlformats.org/drawingml/2006/main">
            <a:r>
              <a:t>[Bridge]</a:t>
            </a:r>
          </a:p>
          <a:p xmlns:a="http://schemas.openxmlformats.org/drawingml/2006/main">
            <a:r>
              <a:t>This topology has multiple health paths; a healthy proxy alone is not a healthy platform.</a:t>
            </a:r>
          </a:p>
          <a:p xmlns:a="http://schemas.openxmlformats.org/drawingml/2006/main">
            <a:r>
              <a:t/>
            </a:r>
          </a:p>
          <a:p xmlns:a="http://schemas.openxmlformats.org/drawingml/2006/main">
            <a:r>
              <a:t>[Caveat]</a:t>
            </a:r>
          </a:p>
          <a:p xmlns:a="http://schemas.openxmlformats.org/drawingml/2006/main">
            <a:r>
              <a:t>Cached configuration continuity does not authorize emergency mutation or prove recovery objectives.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availability claims from collapsing independent health paths.</a:t>
            </a:r>
          </a:p>
          <a:p xmlns:a="http://schemas.openxmlformats.org/drawingml/2006/main">
            <a:r>
              <a:t/>
            </a:r>
          </a:p>
          <a:p xmlns:a="http://schemas.openxmlformats.org/drawingml/2006/main">
            <a:r>
              <a:t>[Talk track]</a:t>
            </a:r>
          </a:p>
          <a:p xmlns:a="http://schemas.openxmlformats.org/drawingml/2006/main">
            <a:r>
              <a:t>Kong hybrid separates configuration distribution from request proxying. Trust admission is another path. Each can fail independently, so admission and recovery evidence must be evaluated separately.</a:t>
            </a:r>
          </a:p>
          <a:p xmlns:a="http://schemas.openxmlformats.org/drawingml/2006/main">
            <a:r>
              <a:t/>
            </a:r>
          </a:p>
          <a:p xmlns:a="http://schemas.openxmlformats.org/drawingml/2006/main">
            <a:r>
              <a:t>[Ask]</a:t>
            </a:r>
          </a:p>
          <a:p xmlns:a="http://schemas.openxmlformats.org/drawingml/2006/main">
            <a:r>
              <a:t>Approve separate proof gates for configuration, trust and request continuity.</a:t>
            </a:r>
          </a:p>
          <a:p xmlns:a="http://schemas.openxmlformats.org/drawingml/2006/main">
            <a:r>
              <a:t/>
            </a:r>
          </a:p>
          <a:p xmlns:a="http://schemas.openxmlformats.org/drawingml/2006/main">
            <a:r>
              <a:t>[Bridge]</a:t>
            </a:r>
          </a:p>
          <a:p xmlns:a="http://schemas.openxmlformats.org/drawingml/2006/main">
            <a:r>
              <a:t>Control-plane loss then becomes an admission-policy problem, not a binary up/down state.</a:t>
            </a:r>
          </a:p>
          <a:p xmlns:a="http://schemas.openxmlformats.org/drawingml/2006/main">
            <a:r>
              <a:t/>
            </a:r>
          </a:p>
          <a:p xmlns:a="http://schemas.openxmlformats.org/drawingml/2006/main">
            <a:r>
              <a:t>[Caveat]</a:t>
            </a:r>
          </a:p>
          <a:p xmlns:a="http://schemas.openxmlformats.org/drawingml/2006/main">
            <a:r>
              <a:t>These states are organizational policy constructs around Kong behavior; they are not automatic product guarantees.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how degraded operation is governed without implying that proxy continuity equals full platform health.</a:t>
            </a:r>
          </a:p>
          <a:p xmlns:a="http://schemas.openxmlformats.org/drawingml/2006/main">
            <a:r>
              <a:t/>
            </a:r>
          </a:p>
          <a:p xmlns:a="http://schemas.openxmlformats.org/drawingml/2006/main">
            <a:r>
              <a:t>[Talk track]</a:t>
            </a:r>
          </a:p>
          <a:p xmlns:a="http://schemas.openxmlformats.org/drawingml/2006/main">
            <a:r>
              <a:t>A data plane can continue proxying accepted state while isolated. Reconnection must compare desired and effective state and run business probes. Admission, hold, quarantine and stop are policy decisions with evidence.</a:t>
            </a:r>
          </a:p>
          <a:p xmlns:a="http://schemas.openxmlformats.org/drawingml/2006/main">
            <a:r>
              <a:t/>
            </a:r>
          </a:p>
          <a:p xmlns:a="http://schemas.openxmlformats.org/drawingml/2006/main">
            <a:r>
              <a:t>[Ask]</a:t>
            </a:r>
          </a:p>
          <a:p xmlns:a="http://schemas.openxmlformats.org/drawingml/2006/main">
            <a:r>
              <a:t>Assign decision rights and response times for each state.</a:t>
            </a:r>
          </a:p>
          <a:p xmlns:a="http://schemas.openxmlformats.org/drawingml/2006/main">
            <a:r>
              <a:t/>
            </a:r>
          </a:p>
          <a:p xmlns:a="http://schemas.openxmlformats.org/drawingml/2006/main">
            <a:r>
              <a:t>[Bridge]</a:t>
            </a:r>
          </a:p>
          <a:p xmlns:a="http://schemas.openxmlformats.org/drawingml/2006/main">
            <a:r>
              <a:t>Those decisions require a funded operating model with named owners.</a:t>
            </a:r>
          </a:p>
          <a:p xmlns:a="http://schemas.openxmlformats.org/drawingml/2006/main">
            <a:r>
              <a:t/>
            </a:r>
          </a:p>
          <a:p xmlns:a="http://schemas.openxmlformats.org/drawingml/2006/main">
            <a:r>
              <a:t>[Caveat]</a:t>
            </a:r>
          </a:p>
          <a:p xmlns:a="http://schemas.openxmlformats.org/drawingml/2006/main">
            <a:r>
              <a:t>The state model is a target operating policy, not an out-of-the-box automated Kong workflow.</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architecture into durable operating ownership.</a:t>
            </a:r>
          </a:p>
          <a:p xmlns:a="http://schemas.openxmlformats.org/drawingml/2006/main">
            <a:r>
              <a:t/>
            </a:r>
          </a:p>
          <a:p xmlns:a="http://schemas.openxmlformats.org/drawingml/2006/main">
            <a:r>
              <a:t>[Talk track]</a:t>
            </a:r>
          </a:p>
          <a:p xmlns:a="http://schemas.openxmlformats.org/drawingml/2006/main">
            <a:r>
              <a:t>Self-managed Kong succeeds only when the platform team owns the service lifecycle, product teams own API outcomes, security and SRE own admission and reliability gates, and the vendor remains support—not the accountable owner.</a:t>
            </a:r>
          </a:p>
          <a:p xmlns:a="http://schemas.openxmlformats.org/drawingml/2006/main">
            <a:r>
              <a:t/>
            </a:r>
          </a:p>
          <a:p xmlns:a="http://schemas.openxmlformats.org/drawingml/2006/main">
            <a:r>
              <a:t>[Ask]</a:t>
            </a:r>
          </a:p>
          <a:p xmlns:a="http://schemas.openxmlformats.org/drawingml/2006/main">
            <a:r>
              <a:t>Name accountable teams and capacity before foundation build starts.</a:t>
            </a:r>
          </a:p>
          <a:p xmlns:a="http://schemas.openxmlformats.org/drawingml/2006/main">
            <a:r>
              <a:t/>
            </a:r>
          </a:p>
          <a:p xmlns:a="http://schemas.openxmlformats.org/drawingml/2006/main">
            <a:r>
              <a:t>[Bridge]</a:t>
            </a:r>
          </a:p>
          <a:p xmlns:a="http://schemas.openxmlformats.org/drawingml/2006/main">
            <a:r>
              <a:t>The adoption roadmap sequences those responsibilities and evidence gates.</a:t>
            </a:r>
          </a:p>
          <a:p xmlns:a="http://schemas.openxmlformats.org/drawingml/2006/main">
            <a:r>
              <a:t/>
            </a:r>
          </a:p>
          <a:p xmlns:a="http://schemas.openxmlformats.org/drawingml/2006/main">
            <a:r>
              <a:t>[Caveat]</a:t>
            </a:r>
          </a:p>
          <a:p xmlns:a="http://schemas.openxmlformats.org/drawingml/2006/main">
            <a:r>
              <a:t>The exact RACI is a target model and must be reconciled with the enterprise organizational design.</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Separate foundation delivery from production scale authorization.</a:t>
            </a:r>
          </a:p>
          <a:p xmlns:a="http://schemas.openxmlformats.org/drawingml/2006/main">
            <a:r>
              <a:t/>
            </a:r>
          </a:p>
          <a:p xmlns:a="http://schemas.openxmlformats.org/drawingml/2006/main">
            <a:r>
              <a:t>[Talk track]</a:t>
            </a:r>
          </a:p>
          <a:p xmlns:a="http://schemas.openxmlformats.org/drawingml/2006/main">
            <a:r>
              <a:t>The roadmap begins with owners and inventory, builds a reversible foundation, runs representative proof, then grows coexistence and operating scale. The source windows deliberately overlap; all 0–18 month windows are scenario assumptions, not commitments.</a:t>
            </a:r>
          </a:p>
          <a:p xmlns:a="http://schemas.openxmlformats.org/drawingml/2006/main">
            <a:r>
              <a:t/>
            </a:r>
          </a:p>
          <a:p xmlns:a="http://schemas.openxmlformats.org/drawingml/2006/main">
            <a:r>
              <a:t>[Ask]</a:t>
            </a:r>
          </a:p>
          <a:p xmlns:a="http://schemas.openxmlformats.org/drawingml/2006/main">
            <a:r>
              <a:t>Approve the gate sequence and the evidence required to leave each phase.</a:t>
            </a:r>
          </a:p>
          <a:p xmlns:a="http://schemas.openxmlformats.org/drawingml/2006/main">
            <a:r>
              <a:t/>
            </a:r>
          </a:p>
          <a:p xmlns:a="http://schemas.openxmlformats.org/drawingml/2006/main">
            <a:r>
              <a:t>[Bridge]</a:t>
            </a:r>
          </a:p>
          <a:p xmlns:a="http://schemas.openxmlformats.org/drawingml/2006/main">
            <a:r>
              <a:t>Selection does not authorize package-by-package migration. The migration unit is responsibility and state.</a:t>
            </a:r>
          </a:p>
          <a:p xmlns:a="http://schemas.openxmlformats.org/drawingml/2006/main">
            <a:r>
              <a:t/>
            </a:r>
          </a:p>
          <a:p xmlns:a="http://schemas.openxmlformats.org/drawingml/2006/main">
            <a:r>
              <a:t>[Caveat]</a:t>
            </a:r>
          </a:p>
          <a:p xmlns:a="http://schemas.openxmlformats.org/drawingml/2006/main">
            <a:r>
              <a:t>The overlapping timeline windows are planning forms; actual duration depends on workload inventory, platform capacity and evidence closure.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Change the migration unit from package to responsibility and state.</a:t>
            </a:r>
          </a:p>
          <a:p xmlns:a="http://schemas.openxmlformats.org/drawingml/2006/main">
            <a:r>
              <a:t/>
            </a:r>
          </a:p>
          <a:p xmlns:a="http://schemas.openxmlformats.org/drawingml/2006/main">
            <a:r>
              <a:t>[Talk track]</a:t>
            </a:r>
          </a:p>
          <a:p xmlns:a="http://schemas.openxmlformats.org/drawingml/2006/main">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xmlns:a="http://schemas.openxmlformats.org/drawingml/2006/main">
            <a:r>
              <a:t/>
            </a:r>
          </a:p>
          <a:p xmlns:a="http://schemas.openxmlformats.org/drawingml/2006/main">
            <a:r>
              <a:t>[Ask]</a:t>
            </a:r>
          </a:p>
          <a:p xmlns:a="http://schemas.openxmlformats.org/drawingml/2006/main">
            <a:r>
              <a:t>Adopt the responsibility taxonomy for inventory and wave planning.</a:t>
            </a:r>
          </a:p>
          <a:p xmlns:a="http://schemas.openxmlformats.org/drawingml/2006/main">
            <a:r>
              <a:t/>
            </a:r>
          </a:p>
          <a:p xmlns:a="http://schemas.openxmlformats.org/drawingml/2006/main">
            <a:r>
              <a:t>[Bridge]</a:t>
            </a:r>
          </a:p>
          <a:p xmlns:a="http://schemas.openxmlformats.org/drawingml/2006/main">
            <a:r>
              <a:t>That decomposition supports bounded coexistence rather than a big-bang cutover.</a:t>
            </a:r>
          </a:p>
          <a:p xmlns:a="http://schemas.openxmlformats.org/drawingml/2006/main">
            <a:r>
              <a:t/>
            </a:r>
          </a:p>
          <a:p xmlns:a="http://schemas.openxmlformats.org/drawingml/2006/main">
            <a:r>
              <a:t>[Caveat]</a:t>
            </a:r>
          </a:p>
          <a:p xmlns:a="http://schemas.openxmlformats.org/drawingml/2006/main">
            <a:r>
              <a:t>This is a migration doctrine. Actual destination selection requires workload-level classification and dependency evidence.</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a safe migration control surface without tying it to a specific product claim.</a:t>
            </a:r>
          </a:p>
          <a:p xmlns:a="http://schemas.openxmlformats.org/drawingml/2006/main">
            <a:r>
              <a:t/>
            </a:r>
          </a:p>
          <a:p xmlns:a="http://schemas.openxmlformats.org/drawingml/2006/main">
            <a:r>
              <a:t>[Talk track]</a:t>
            </a:r>
          </a:p>
          <a:p xmlns:a="http://schemas.openxmlformats.org/drawingml/2006/main">
            <a:r>
              <a:t>Consumers see a stable API edge. A bounded cohort can route to the existing Mule runtime or a new owned runtime. Parity evidence compares semantics, side effects and SLOs. Route-back remains active until the exit evidence closes.</a:t>
            </a:r>
          </a:p>
          <a:p xmlns:a="http://schemas.openxmlformats.org/drawingml/2006/main">
            <a:r>
              <a:t/>
            </a:r>
          </a:p>
          <a:p xmlns:a="http://schemas.openxmlformats.org/drawingml/2006/main">
            <a:r>
              <a:t>[Ask]</a:t>
            </a:r>
          </a:p>
          <a:p xmlns:a="http://schemas.openxmlformats.org/drawingml/2006/main">
            <a:r>
              <a:t>Approve cohorting, parity probes and route-back as mandatory migration controls.</a:t>
            </a:r>
          </a:p>
          <a:p xmlns:a="http://schemas.openxmlformats.org/drawingml/2006/main">
            <a:r>
              <a:t/>
            </a:r>
          </a:p>
          <a:p xmlns:a="http://schemas.openxmlformats.org/drawingml/2006/main">
            <a:r>
              <a:t>[Bridge]</a:t>
            </a:r>
          </a:p>
          <a:p xmlns:a="http://schemas.openxmlformats.org/drawingml/2006/main">
            <a:r>
              <a:t>The controls are applied in waves, each with explicit entry and exit evidence.</a:t>
            </a:r>
          </a:p>
          <a:p xmlns:a="http://schemas.openxmlformats.org/drawingml/2006/main">
            <a:r>
              <a:t/>
            </a:r>
          </a:p>
          <a:p xmlns:a="http://schemas.openxmlformats.org/drawingml/2006/main">
            <a:r>
              <a:t>[Caveat]</a:t>
            </a:r>
          </a:p>
          <a:p xmlns:a="http://schemas.openxmlformats.org/drawingml/2006/main">
            <a:r>
              <a:t>The coexistence figure deliberately says stable API edge; the source migration strategy does not choose the exact gateway product for this pattern.</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one stable-edge and evidence-gate doctrine while preserving the different migration units and state boundaries of Mule and Apigee.</a:t>
            </a:r>
          </a:p>
          <a:p xmlns:a="http://schemas.openxmlformats.org/drawingml/2006/main">
            <a:r>
              <a:t/>
            </a:r>
          </a:p>
          <a:p xmlns:a="http://schemas.openxmlformats.org/drawingml/2006/main">
            <a:r>
              <a:t>[Talk track]</a:t>
            </a:r>
          </a:p>
          <a:p xmlns:a="http://schemas.openxmlformats.org/drawingml/2006/main">
            <a:r>
              <a:t>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 Mule uses a different M0–M5 responsibility/state rail. Both share reconciled source truth, semantic proof, a stable edge, business verification, timed route-back, state reconciliation and dependency-zero authority.</a:t>
            </a:r>
          </a:p>
          <a:p xmlns:a="http://schemas.openxmlformats.org/drawingml/2006/main">
            <a:r>
              <a:t/>
            </a:r>
          </a:p>
          <a:p xmlns:a="http://schemas.openxmlformats.org/drawingml/2006/main">
            <a:r>
              <a:t>[Ask]</a:t>
            </a:r>
          </a:p>
          <a:p xmlns:a="http://schemas.openxmlformats.org/drawingml/2006/main">
            <a:r>
              <a:t>Confirm the actual source archetype, choose the relevant rail, and adopt entry/exit evidence rather than elapsed time, package count, or exported proxy count. Assign migration architecture, API product, IAM/security, SRE, domain, FinOps/sourcing, and independent-review roles.</a:t>
            </a:r>
          </a:p>
          <a:p xmlns:a="http://schemas.openxmlformats.org/drawingml/2006/main">
            <a:r>
              <a:t/>
            </a:r>
          </a:p>
          <a:p xmlns:a="http://schemas.openxmlformats.org/drawingml/2006/main">
            <a:r>
              <a:t>[Bridge]</a:t>
            </a:r>
          </a:p>
          <a:p xmlns:a="http://schemas.openxmlformats.org/drawingml/2006/main">
            <a:r>
              <a:t>The current PoC evidence is far earlier than these production gates.</a:t>
            </a:r>
          </a:p>
          <a:p xmlns:a="http://schemas.openxmlformats.org/drawingml/2006/main">
            <a:r>
              <a:t/>
            </a:r>
          </a:p>
          <a:p xmlns:a="http://schemas.openxmlformats.org/drawingml/2006/main">
            <a:r>
              <a:t>[Caveat]</a:t>
            </a:r>
          </a:p>
          <a:p xmlns:a="http://schemas.openxmlformats.org/drawingml/2006/main">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xmlns:a="http://schemas.openxmlformats.org/drawingml/2006/main">
            <a:r>
              <a:t/>
            </a:r>
          </a:p>
          <a:p xmlns:a="http://schemas.openxmlformats.org/drawingml/2006/main">
            <a:r>
              <a:t>[Sources]</a:t>
            </a:r>
          </a:p>
          <a:p xmlns:a="http://schemas.openxmlformats.org/drawingml/2006/main">
            <a:r>
              <a:t>- 50-apigee-migration-strategy.md#proposed-a0a6-migration-roadmap</a:t>
            </a:r>
          </a:p>
          <a:p xmlns:a="http://schemas.openxmlformats.org/drawingml/2006/main">
            <a:r>
              <a:t>- 35-mule-migration-strategy.md</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https://docs.mulesoft.com/gateway/latest/</a:t>
            </a:r>
          </a:p>
          <a:p xmlns:a="http://schemas.openxmlformats.org/drawingml/2006/main">
            <a:r>
              <a:t>- https://docs.cloud.google.com/apigee/docs/api-platform/fundamentals/download-api-proxies</a:t>
            </a:r>
          </a:p>
          <a:p xmlns:a="http://schemas.openxmlformats.org/drawingml/2006/main">
            <a:r>
              <a:t>- https://docs.cloud.google.com/apigee/docs/api-platform/reference/api-proxy-configuration-reference</a:t>
            </a:r>
          </a:p>
          <a:p xmlns:a="http://schemas.openxmlformats.org/drawingml/2006/main">
            <a:r>
              <a:t>- https://developer.konghq.com/gateway/entities/</a:t>
            </a:r>
          </a:p>
          <a:p xmlns:a="http://schemas.openxmlformats.org/drawingml/2006/main">
            <a:r>
              <a:t>- https://developer.konghq.com/gateway/entities/plugin/</a:t>
            </a:r>
          </a:p>
          <a:p xmlns:a="http://schemas.openxmlformats.org/drawingml/2006/main">
            <a:r>
              <a:t>- https://developer.konghq.com/gateway/deployment-topologies/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Reset confidence before discussing production outcomes.</a:t>
            </a:r>
          </a:p>
          <a:p xmlns:a="http://schemas.openxmlformats.org/drawingml/2006/main">
            <a:r>
              <a:t/>
            </a:r>
          </a:p>
          <a:p xmlns:a="http://schemas.openxmlformats.org/drawingml/2006/main">
            <a:r>
              <a:t>[Talk track]</a:t>
            </a:r>
          </a:p>
          <a:p xmlns:a="http://schemas.openxmlformats.org/drawingml/2006/main">
            <a:r>
              <a:t>Five of sixteen aggregate register items are automated local-baseline checks; eleven are not run. A separate protocol defines 28 atomic comparison cases. Neither system contains target-option E3/E4 results for KP-SMH1.</a:t>
            </a:r>
          </a:p>
          <a:p xmlns:a="http://schemas.openxmlformats.org/drawingml/2006/main">
            <a:r>
              <a:t/>
            </a:r>
          </a:p>
          <a:p xmlns:a="http://schemas.openxmlformats.org/drawingml/2006/main">
            <a:r>
              <a:t>[Ask]</a:t>
            </a:r>
          </a:p>
          <a:p xmlns:a="http://schemas.openxmlformats.org/drawingml/2006/main">
            <a:r>
              <a:t>Authorize the evidence programme and keep all not-run states explicit.</a:t>
            </a:r>
          </a:p>
          <a:p xmlns:a="http://schemas.openxmlformats.org/drawingml/2006/main">
            <a:r>
              <a:t/>
            </a:r>
          </a:p>
          <a:p xmlns:a="http://schemas.openxmlformats.org/drawingml/2006/main">
            <a:r>
              <a:t>[Bridge]</a:t>
            </a:r>
          </a:p>
          <a:p xmlns:a="http://schemas.openxmlformats.org/drawingml/2006/main">
            <a:r>
              <a:t>The gap is not a lack of scripts—it is a lack of target-aligned execution evidence. The next slide defines the proof programme.</a:t>
            </a:r>
          </a:p>
          <a:p xmlns:a="http://schemas.openxmlformats.org/drawingml/2006/main">
            <a:r>
              <a:t/>
            </a:r>
          </a:p>
          <a:p xmlns:a="http://schemas.openxmlformats.org/drawingml/2006/main">
            <a:r>
              <a:t>[Caveat]</a:t>
            </a:r>
          </a:p>
          <a:p xmlns:a="http://schemas.openxmlformats.org/drawingml/2006/main">
            <a:r>
              <a:t>The 16 aggregate items and 28 atomic cases are different systems and must not be added together.</a:t>
            </a:r>
          </a:p>
          <a:p xmlns:a="http://schemas.openxmlformats.org/drawingml/2006/main">
            <a:r>
              <a:t/>
            </a:r>
          </a:p>
          <a:p xmlns:a="http://schemas.openxmlformats.org/drawingml/2006/main">
            <a:r>
              <a:t>[Sources]</a:t>
            </a:r>
          </a:p>
          <a:p xmlns:a="http://schemas.openxmlformats.org/drawingml/2006/main">
            <a:r>
              <a:t>- poc/README.md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current evidence gap into an executable, target-shaped proof programme.</a:t>
            </a:r>
          </a:p>
          <a:p xmlns:a="http://schemas.openxmlformats.org/drawingml/2006/main">
            <a:r>
              <a:t/>
            </a:r>
          </a:p>
          <a:p xmlns:a="http://schemas.openxmlformats.org/drawingml/2006/main">
            <a:r>
              <a:t>[Talk track]</a:t>
            </a:r>
          </a:p>
          <a:p xmlns:a="http://schemas.openxmlformats.org/drawingml/2006/main">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xmlns:a="http://schemas.openxmlformats.org/drawingml/2006/main">
            <a:r>
              <a:t/>
            </a:r>
          </a:p>
          <a:p xmlns:a="http://schemas.openxmlformats.org/drawingml/2006/main">
            <a:r>
              <a:t>[Ask]</a:t>
            </a:r>
          </a:p>
          <a:p xmlns:a="http://schemas.openxmlformats.org/drawingml/2006/main">
            <a:r>
              <a:t>Approve these seven workstreams, their role owners, capacity, evidence budget, reviewers, and stop authority—not production scale and not a Traceable production recommendation.</a:t>
            </a:r>
          </a:p>
          <a:p xmlns:a="http://schemas.openxmlformats.org/drawingml/2006/main">
            <a:r>
              <a:t/>
            </a:r>
          </a:p>
          <a:p xmlns:a="http://schemas.openxmlformats.org/drawingml/2006/main">
            <a:r>
              <a:t>[Bridge]</a:t>
            </a:r>
          </a:p>
          <a:p xmlns:a="http://schemas.openxmlformats.org/drawingml/2006/main">
            <a:r>
              <a:t>Once the proof scope is fixed, production readiness is judged through the outcome measures and acceptance artifacts that follow.</a:t>
            </a:r>
          </a:p>
          <a:p xmlns:a="http://schemas.openxmlformats.org/drawingml/2006/main">
            <a:r>
              <a:t/>
            </a:r>
          </a:p>
          <a:p xmlns:a="http://schemas.openxmlformats.org/drawingml/2006/main">
            <a:r>
              <a:t>[Caveat]</a:t>
            </a:r>
          </a:p>
          <a:p xmlns:a="http://schemas.openxmlformats.org/drawingml/2006/main">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xmlns:a="http://schemas.openxmlformats.org/drawingml/2006/main">
            <a:r>
              <a:t/>
            </a:r>
          </a:p>
          <a:p xmlns:a="http://schemas.openxmlformats.org/drawingml/2006/main">
            <a:r>
              <a:t>[Sources]</a:t>
            </a:r>
          </a:p>
          <a:p xmlns:a="http://schemas.openxmlformats.org/drawingml/2006/main">
            <a:r>
              <a:t>- 48-kong-guided-evaluation.md#seven-workstream-target-aligned-proof-programme</a:t>
            </a:r>
          </a:p>
          <a:p xmlns:a="http://schemas.openxmlformats.org/drawingml/2006/main">
            <a:r>
              <a:t>- 48-kong-guided-evaluation.md#traceable-by-harness-security-adjunct-feasibility</a:t>
            </a:r>
          </a:p>
          <a:p xmlns:a="http://schemas.openxmlformats.org/drawingml/2006/main">
            <a:r>
              <a:t>- https://developer.konghq.com/gateway/version-support-policy/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a:p xmlns:a="http://schemas.openxmlformats.org/drawingml/2006/main">
            <a:r>
              <a:t>- https://docs.traceable.ai/docs/kong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the first five production outcomes into decision evidence.</a:t>
            </a:r>
          </a:p>
          <a:p xmlns:a="http://schemas.openxmlformats.org/drawingml/2006/main">
            <a:r>
              <a:t/>
            </a:r>
          </a:p>
          <a:p xmlns:a="http://schemas.openxmlformats.org/drawingml/2006/main">
            <a:r>
              <a:t>[Talk track]</a:t>
            </a:r>
          </a:p>
          <a:p xmlns:a="http://schemas.openxmlformats.org/drawingml/2006/main">
            <a:r>
              <a:t>Each mechanism is paired with a measurable outcome and a reviewable artifact. State fidelity, request reliability, trust admission, recovery and safe change are all separate admission dimensions.</a:t>
            </a:r>
          </a:p>
          <a:p xmlns:a="http://schemas.openxmlformats.org/drawingml/2006/main">
            <a:r>
              <a:t/>
            </a:r>
          </a:p>
          <a:p xmlns:a="http://schemas.openxmlformats.org/drawingml/2006/main">
            <a:r>
              <a:t>[Ask]</a:t>
            </a:r>
          </a:p>
          <a:p xmlns:a="http://schemas.openxmlformats.org/drawingml/2006/main">
            <a:r>
              <a:t>Confirm target forms, artifacts, cadence and accountable owners for KO-1 through KO-5.</a:t>
            </a:r>
          </a:p>
          <a:p xmlns:a="http://schemas.openxmlformats.org/drawingml/2006/main">
            <a:r>
              <a:t/>
            </a:r>
          </a:p>
          <a:p xmlns:a="http://schemas.openxmlformats.org/drawingml/2006/main">
            <a:r>
              <a:t>[Bridge]</a:t>
            </a:r>
          </a:p>
          <a:p xmlns:a="http://schemas.openxmlformats.org/drawingml/2006/main">
            <a:r>
              <a:t>Scale also depends on capacity, adoption, economics, exit and estate truth.</a:t>
            </a:r>
          </a:p>
          <a:p xmlns:a="http://schemas.openxmlformats.org/drawingml/2006/main">
            <a:r>
              <a:t/>
            </a:r>
          </a:p>
          <a:p xmlns:a="http://schemas.openxmlformats.org/drawingml/2006/main">
            <a:r>
              <a:t>[Caveat]</a:t>
            </a:r>
          </a:p>
          <a:p xmlns:a="http://schemas.openxmlformats.org/drawingml/2006/main">
            <a:r>
              <a:t>The slide shows target forms, not achieved results.</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Complete the production decision with non-functional and organizational outcomes.</a:t>
            </a:r>
          </a:p>
          <a:p xmlns:a="http://schemas.openxmlformats.org/drawingml/2006/main">
            <a:r>
              <a:t/>
            </a:r>
          </a:p>
          <a:p xmlns:a="http://schemas.openxmlformats.org/drawingml/2006/main">
            <a:r>
              <a:t>[Talk track]</a:t>
            </a:r>
          </a:p>
          <a:p xmlns:a="http://schemas.openxmlformats.org/drawingml/2006/main">
            <a:r>
              <a:t>Capacity and evidence safety matter, but so do adoption, operating sustainability, exit readiness and accurate estate ownership. KO-7 is an outcome: administrative/configuration audit, request and security-decision correlation, business evidence, quantified produced/queued/dropped/delivered gaps, and prohibited-field control. Traceable may be one candidate mechanism, but no product name can make KO-7 pass.</a:t>
            </a:r>
          </a:p>
          <a:p xmlns:a="http://schemas.openxmlformats.org/drawingml/2006/main">
            <a:r>
              <a:t/>
            </a:r>
          </a:p>
          <a:p xmlns:a="http://schemas.openxmlformats.org/drawingml/2006/main">
            <a:r>
              <a:t>[Ask]</a:t>
            </a:r>
          </a:p>
          <a:p xmlns:a="http://schemas.openxmlformats.org/drawingml/2006/main">
            <a:r>
              <a:t>Confirm which outcome is currently the likely scale blocker, which public role owns it, and whether any Traceable dependency is being treated as a mechanism to prove rather than an achieved outcome.</a:t>
            </a:r>
          </a:p>
          <a:p xmlns:a="http://schemas.openxmlformats.org/drawingml/2006/main">
            <a:r>
              <a:t/>
            </a:r>
          </a:p>
          <a:p xmlns:a="http://schemas.openxmlformats.org/drawingml/2006/main">
            <a:r>
              <a:t>[Bridge]</a:t>
            </a:r>
          </a:p>
          <a:p xmlns:a="http://schemas.openxmlformats.org/drawingml/2006/main">
            <a:r>
              <a:t>The final decision must preserve four outcomes: scale, narrow, switch custody or exit.</a:t>
            </a:r>
          </a:p>
          <a:p xmlns:a="http://schemas.openxmlformats.org/drawingml/2006/main">
            <a:r>
              <a:t/>
            </a:r>
          </a:p>
          <a:p xmlns:a="http://schemas.openxmlformats.org/drawingml/2006/main">
            <a:r>
              <a:t>[Caveat]</a:t>
            </a:r>
          </a:p>
          <a:p xmlns:a="http://schemas.openxmlformats.org/drawingml/2006/main">
            <a:r>
              <a:t>These are acceptance categories; no result is asserted on this slide. GEP-07 evidence may inform KO-7 only inside its exact tested boundary and cannot substitute for configuration audit, signal-gap accounting, business correlation, or enterprise evidence controls.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- 48-kong-guided-evaluation.md#traceable-by-harness-security-adjunct-feasibility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https://docs.traceable.ai/docs/kong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Close with a falsifiable decision rather than a predetermined rollout.</a:t>
            </a:r>
          </a:p>
          <a:p xmlns:a="http://schemas.openxmlformats.org/drawingml/2006/main">
            <a:r>
              <a:t/>
            </a:r>
          </a:p>
          <a:p xmlns:a="http://schemas.openxmlformats.org/drawingml/2006/main">
            <a:r>
              <a:t>[Talk track]</a:t>
            </a:r>
          </a:p>
          <a:p xmlns:a="http://schemas.openxmlformats.org/drawingml/2006/main">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xmlns:a="http://schemas.openxmlformats.org/drawingml/2006/main">
            <a:r>
              <a:t/>
            </a:r>
          </a:p>
          <a:p xmlns:a="http://schemas.openxmlformats.org/drawingml/2006/main">
            <a:r>
              <a:t>[Ask]</a:t>
            </a:r>
          </a:p>
          <a:p xmlns:a="http://schemas.openxmlformats.org/drawingml/2006/main">
            <a:r>
              <a:t>Approve the decision outcomes and the authority to stop or change course.</a:t>
            </a:r>
          </a:p>
          <a:p xmlns:a="http://schemas.openxmlformats.org/drawingml/2006/main">
            <a:r>
              <a:t/>
            </a:r>
          </a:p>
          <a:p xmlns:a="http://schemas.openxmlformats.org/drawingml/2006/main">
            <a:r>
              <a:t>[Bridge]</a:t>
            </a:r>
          </a:p>
          <a:p xmlns:a="http://schemas.openxmlformats.org/drawingml/2006/main">
            <a:r>
              <a:t>The appendix preserves the supplied comparison inputs without presenting them as proven facts.</a:t>
            </a:r>
          </a:p>
          <a:p xmlns:a="http://schemas.openxmlformats.org/drawingml/2006/main">
            <a:r>
              <a:t/>
            </a:r>
          </a:p>
          <a:p xmlns:a="http://schemas.openxmlformats.org/drawingml/2006/main">
            <a:r>
              <a:t>[Caveat]</a:t>
            </a:r>
          </a:p>
          <a:p xmlns:a="http://schemas.openxmlformats.org/drawingml/2006/main">
            <a:r>
              <a:t>No outcome is preselected. Konnect is a custody switch; a true platform exit remains separate.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sanitized supplied evaluation’s architectural comparison while making the new multicloud, scalability, and robustness obligations explicit.</a:t>
            </a:r>
          </a:p>
          <a:p xmlns:a="http://schemas.openxmlformats.org/drawingml/2006/main">
            <a:r>
              <a:t/>
            </a:r>
          </a:p>
          <a:p xmlns:a="http://schemas.openxmlformats.org/drawingml/2006/main">
            <a:r>
              <a:t>[Talk track]</a:t>
            </a:r>
          </a:p>
          <a:p xmlns:a="http://schemas.openxmlformats.org/drawingml/2006/main">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xmlns:a="http://schemas.openxmlformats.org/drawingml/2006/main">
            <a:r>
              <a:t/>
            </a:r>
          </a:p>
          <a:p xmlns:a="http://schemas.openxmlformats.org/drawingml/2006/main">
            <a:r>
              <a:t>[Ask]</a:t>
            </a:r>
          </a:p>
          <a:p xmlns:a="http://schemas.openxmlformats.org/drawingml/2006/main">
            <a:r>
              <a:t>Use this table to assign symmetric architecture/SRE proof questions, not to add favorable labels or ratings in the room.</a:t>
            </a:r>
          </a:p>
          <a:p xmlns:a="http://schemas.openxmlformats.org/drawingml/2006/main">
            <a:r>
              <a:t/>
            </a:r>
          </a:p>
          <a:p xmlns:a="http://schemas.openxmlformats.org/drawingml/2006/main">
            <a:r>
              <a:t>[Bridge]</a:t>
            </a:r>
          </a:p>
          <a:p xmlns:a="http://schemas.openxmlformats.org/drawingml/2006/main">
            <a:r>
              <a:t>The next appendix page covers API management, experience and AI claims.</a:t>
            </a:r>
          </a:p>
          <a:p xmlns:a="http://schemas.openxmlformats.org/drawingml/2006/main">
            <a:r>
              <a:t/>
            </a:r>
          </a:p>
          <a:p xmlns:a="http://schemas.openxmlformats.org/drawingml/2006/main">
            <a:r>
              <a:t>[Caveat]</a:t>
            </a:r>
          </a:p>
          <a:p xmlns:a="http://schemas.openxmlformats.org/drawingml/2006/main">
            <a:r>
              <a:t>Qualitative ratings are not independently validated and may change by exact edition, release, topology, entitlement, workload, region, dependency, and operating model. “Multicloud” and “scalable” are not scoreable yes/no features.</a:t>
            </a:r>
          </a:p>
          <a:p xmlns:a="http://schemas.openxmlformats.org/drawingml/2006/main">
            <a:r>
              <a:t/>
            </a:r>
          </a:p>
          <a:p xmlns:a="http://schemas.openxmlformats.org/drawingml/2006/main">
            <a:r>
              <a:t>[Sources]</a:t>
            </a:r>
          </a:p>
          <a:p xmlns:a="http://schemas.openxmlformats.org/drawingml/2006/main">
            <a:r>
              <a:t>- 48-kong-guided-evaluation.md#supplied-comparison-input-architecture-and-delivery</a:t>
            </a:r>
          </a:p>
          <a:p xmlns:a="http://schemas.openxmlformats.org/drawingml/2006/main">
            <a:r>
              <a:t>- 48-kong-guided-evaluation.md#meeting-feedback-assurance-crosswalk</a:t>
            </a:r>
          </a:p>
          <a:p xmlns:a="http://schemas.openxmlformats.org/drawingml/2006/main">
            <a:r>
              <a:t>- 48-kong-guided-evaluation.md#proposed-governed-re-score</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https://developer.konghq.com/ai-gateway/</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management and experience claims while making emerging AI and third-party security-adjunct evidence boundaries explicit.</a:t>
            </a:r>
          </a:p>
          <a:p xmlns:a="http://schemas.openxmlformats.org/drawingml/2006/main">
            <a:r>
              <a:t/>
            </a:r>
          </a:p>
          <a:p xmlns:a="http://schemas.openxmlformats.org/drawingml/2006/main">
            <a:r>
              <a:t>[Talk track]</a:t>
            </a:r>
          </a:p>
          <a:p xmlns:a="http://schemas.openxmlformats.org/drawingml/2006/main">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xmlns:a="http://schemas.openxmlformats.org/drawingml/2006/main">
            <a:r>
              <a:t/>
            </a:r>
          </a:p>
          <a:p xmlns:a="http://schemas.openxmlformats.org/drawingml/2006/main">
            <a:r>
              <a:t>[Ask]</a:t>
            </a:r>
          </a:p>
          <a:p xmlns:a="http://schemas.openxmlformats.org/drawingml/2006/main">
            <a:r>
              <a:t>Move every unverified adjective into the proof backlog with a public role owner, exact option/BOM, artifact, reviewer, and stop rule. Confirm that Traceable remains GEP-07 rather than a gateway option or score.</a:t>
            </a:r>
          </a:p>
          <a:p xmlns:a="http://schemas.openxmlformats.org/drawingml/2006/main">
            <a:r>
              <a:t/>
            </a:r>
          </a:p>
          <a:p xmlns:a="http://schemas.openxmlformats.org/drawingml/2006/main">
            <a:r>
              <a:t>[Bridge]</a:t>
            </a:r>
          </a:p>
          <a:p xmlns:a="http://schemas.openxmlformats.org/drawingml/2006/main">
            <a:r>
              <a:t>The next appendix page covers lock-in, cost, the supplied overall recommendation, and the evidence ceiling.</a:t>
            </a:r>
          </a:p>
          <a:p xmlns:a="http://schemas.openxmlformats.org/drawingml/2006/main">
            <a:r>
              <a:t/>
            </a:r>
          </a:p>
          <a:p xmlns:a="http://schemas.openxmlformats.org/drawingml/2006/main">
            <a:r>
              <a:t>[Caveat]</a:t>
            </a:r>
          </a:p>
          <a:p xmlns:a="http://schemas.openxmlformats.org/drawingml/2006/main">
            <a:r>
              <a:t>Product, plugin, agent, entitlement, support, and commercial terms are edition-, version-, topology-, and date-dependent. Current Traceable/Kong documentation is `E1` mechanism evidence only.</a:t>
            </a:r>
          </a:p>
          <a:p xmlns:a="http://schemas.openxmlformats.org/drawingml/2006/main">
            <a:r>
              <a:t/>
            </a:r>
          </a:p>
          <a:p xmlns:a="http://schemas.openxmlformats.org/drawingml/2006/main">
            <a:r>
              <a:t>[Sources]</a:t>
            </a:r>
          </a:p>
          <a:p xmlns:a="http://schemas.openxmlformats.org/drawingml/2006/main">
            <a:r>
              <a:t>- 48-kong-guided-evaluation.md#supplied-comparison-input-management-experience-and-ai</a:t>
            </a:r>
          </a:p>
          <a:p xmlns:a="http://schemas.openxmlformats.org/drawingml/2006/main">
            <a:r>
              <a:t>- 48-kong-guided-evaluation.md#traceable-by-harness-security-adjunct-feasibility</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https://docs.traceable.ai/docs/kong</a:t>
            </a:r>
          </a:p>
          <a:p xmlns:a="http://schemas.openxmlformats.org/drawingml/2006/main">
            <a:r>
              <a:t>- https://developer.konghq.com/plugins/harness-waap/</a:t>
            </a:r>
          </a:p>
          <a:p xmlns:a="http://schemas.openxmlformats.org/drawingml/2006/main">
            <a:r>
              <a:t>- https://docs.traceable.ai/docs/tracing-agents-rule-evaluation-for-protection</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Expose pricing, operating-duty, adjunct-cost, lock-in, and exit claims as separate proof obligations rather than conclusions.</a:t>
            </a:r>
          </a:p>
          <a:p xmlns:a="http://schemas.openxmlformats.org/drawingml/2006/main">
            <a:r>
              <a:t/>
            </a:r>
          </a:p>
          <a:p xmlns:a="http://schemas.openxmlformats.org/drawingml/2006/main">
            <a:r>
              <a:t>[Talk track]</a:t>
            </a:r>
          </a:p>
          <a:p xmlns:a="http://schemas.openxmlformats.org/drawingml/2006/main">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xmlns:a="http://schemas.openxmlformats.org/drawingml/2006/main">
            <a:r>
              <a:t/>
            </a:r>
          </a:p>
          <a:p xmlns:a="http://schemas.openxmlformats.org/drawingml/2006/main">
            <a:r>
              <a:t>[Ask]</a:t>
            </a:r>
          </a:p>
          <a:p xmlns:a="http://schemas.openxmlformats.org/drawingml/2006/main">
            <a:r>
              <a:t>Assign public FinOps, sourcing, platform/SRE, security-adjunct, migration, and independent-review roles for the normalized low/base/high model, rebuild, custody switch, and clean-exit evidence.</a:t>
            </a:r>
          </a:p>
          <a:p xmlns:a="http://schemas.openxmlformats.org/drawingml/2006/main">
            <a:r>
              <a:t/>
            </a:r>
          </a:p>
          <a:p xmlns:a="http://schemas.openxmlformats.org/drawingml/2006/main">
            <a:r>
              <a:t>[Bridge]</a:t>
            </a:r>
          </a:p>
          <a:p xmlns:a="http://schemas.openxmlformats.org/drawingml/2006/main">
            <a:r>
              <a:t>The final appendix page exposes the raw score inputs and corrected arithmetic.</a:t>
            </a:r>
          </a:p>
          <a:p xmlns:a="http://schemas.openxmlformats.org/drawingml/2006/main">
            <a:r>
              <a:t/>
            </a:r>
          </a:p>
          <a:p xmlns:a="http://schemas.openxmlformats.org/drawingml/2006/main">
            <a:r>
              <a:t>[Caveat]</a:t>
            </a:r>
          </a:p>
          <a:p xmlns:a="http://schemas.openxmlformats.org/drawingml/2006/main">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xmlns:a="http://schemas.openxmlformats.org/drawingml/2006/main">
            <a:r>
              <a:t/>
            </a:r>
          </a:p>
          <a:p xmlns:a="http://schemas.openxmlformats.org/drawingml/2006/main">
            <a:r>
              <a:t>[Sources]</a:t>
            </a:r>
          </a:p>
          <a:p xmlns:a="http://schemas.openxmlformats.org/drawingml/2006/main">
            <a:r>
              <a:t>- 48-kong-guided-evaluation.md#supplied-comparison-input-economics-and-evidence-ceiling</a:t>
            </a:r>
          </a:p>
          <a:p xmlns:a="http://schemas.openxmlformats.org/drawingml/2006/main">
            <a:r>
              <a:t>- 48-kong-guided-evaluation.md#proposed-governed-re-score</a:t>
            </a:r>
          </a:p>
          <a:p xmlns:a="http://schemas.openxmlformats.org/drawingml/2006/main">
            <a:r>
              <a:t>- https://konghq.com/pricing</a:t>
            </a:r>
          </a:p>
          <a:p xmlns:a="http://schemas.openxmlformats.org/drawingml/2006/main">
            <a:r>
              <a:t>- https://cloud.google.com/apigee/pricing</a:t>
            </a:r>
          </a:p>
          <a:p xmlns:a="http://schemas.openxmlformats.org/drawingml/2006/main">
            <a:r>
              <a:t>- https://www.mulesoft.com/anypoint-pricing</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https://docs.traceable.ai/docs/kong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Provide an auditable record of the source scorecard while showing what the newly requested dimensions can do to the ranking when their ratings are honestly left unknown.</a:t>
            </a:r>
          </a:p>
          <a:p xmlns:a="http://schemas.openxmlformats.org/drawingml/2006/main">
            <a:r>
              <a:t/>
            </a:r>
          </a:p>
          <a:p xmlns:a="http://schemas.openxmlformats.org/drawingml/2006/main">
            <a:r>
              <a:t>[Talk track]</a:t>
            </a:r>
          </a:p>
          <a:p xmlns:a="http://schemas.openxmlformats.org/drawingml/2006/main">
            <a:r>
              <a:t>The sanitized inputs still recalculate to 93 for Kong, 85.5 for Apigee, and 77 for MuleSoft. The provisional scenario rebases those historical ratings to 60% and assigns 40% to `GRS-01`–`GRS-06`: multicloud, scalability/robustness, enterprise IAM and traceability, reversibility/vendor dependency, fully allocated TCO, and control-plane operating responsibility. Every new product rating remains `Unknown [0,10]`. That produces mechanical envelopes of 55.8–95.8 for Kong, 51.3–91.3 for Apigee, and 46.2–86.2 for MuleSoft. The ranges overlap completely enough that every option can still rank first. A midpoint of 5 is only a neutral drawing aid, not an assigned score.</a:t>
            </a:r>
          </a:p>
          <a:p xmlns:a="http://schemas.openxmlformats.org/drawingml/2006/main">
            <a:r>
              <a:t/>
            </a:r>
          </a:p>
          <a:p xmlns:a="http://schemas.openxmlformats.org/drawingml/2006/main">
            <a:r>
              <a:t>[Ask]</a:t>
            </a:r>
          </a:p>
          <a:p xmlns:a="http://schemas.openxmlformats.org/drawingml/2006/main">
            <a:r>
              <a:t>Review or amend the provisional weight split and double-counting rules, then assign accountable approval for exact options, mandatory gates, rubric, common evidence, ratings, confidence, scorers, sensitivity, bounds, regret, dissent and sign-off. Do not call the neutral midpoint or either range endpoint a product score.</a:t>
            </a:r>
          </a:p>
          <a:p xmlns:a="http://schemas.openxmlformats.org/drawingml/2006/main">
            <a:r>
              <a:t/>
            </a:r>
          </a:p>
          <a:p xmlns:a="http://schemas.openxmlformats.org/drawingml/2006/main">
            <a:r>
              <a:t>[Bridge]</a:t>
            </a:r>
          </a:p>
          <a:p xmlns:a="http://schemas.openxmlformats.org/drawingml/2006/main">
            <a:r>
              <a:t>Return to the bounded decision: direction plus proof, not critical scale.</a:t>
            </a:r>
          </a:p>
          <a:p xmlns:a="http://schemas.openxmlformats.org/drawingml/2006/main">
            <a:r>
              <a:t/>
            </a:r>
          </a:p>
          <a:p xmlns:a="http://schemas.openxmlformats.org/drawingml/2006/main">
            <a:r>
              <a:t>[Caveat]</a:t>
            </a:r>
          </a:p>
          <a:p xmlns:a="http://schemas.openxmlformats.org/drawingml/2006/main">
            <a:r>
              <a:t>The 0–10 bounds are uncertainty limits, not performance estimates or probabilities. Numerical-input coverage is 60%, common score-capable evidence coverage is 0%, and 30 mandatory gates remain unknown. Traceable earns no native Kong points. Control-plane responsibility is an operating-risk and cost input, not a legal-liability conclusion.</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- 48-kong-guided-evaluation.md#provisional-weighting-and-uncertainty-scenario</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https://konghq.com/pricing</a:t>
            </a:r>
          </a:p>
          <a:p xmlns:a="http://schemas.openxmlformats.org/drawingml/2006/main">
            <a:r>
              <a:t>- https://docs.cloud.google.com/apigee/docs/hybrid/v1.16/what-is-hybrid</a:t>
            </a:r>
          </a:p>
          <a:p xmlns:a="http://schemas.openxmlformats.org/drawingml/2006/main">
            <a:r>
              <a:t>- https://cloud.google.com/apigee/pricing</a:t>
            </a:r>
          </a:p>
          <a:p xmlns:a="http://schemas.openxmlformats.org/drawingml/2006/main">
            <a:r>
              <a:t>- https://docs.mulesoft.com/gateway/latest/</a:t>
            </a:r>
          </a:p>
          <a:p xmlns:a="http://schemas.openxmlformats.org/drawingml/2006/main">
            <a:r>
              <a:t>- https://www.mulesoft.com/anypoint-pricing</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fdb4b9aa0041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2e7843cf7104957" /><Relationship Type="http://schemas.openxmlformats.org/officeDocument/2006/relationships/slideLayout" Target="/ppt/slideLayouts/slideLayout1.xml" Id="Rdce3bcdb06f8499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e3bcdb06f8499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f5ca2fcc66844f7" /><Relationship Type="http://schemas.openxmlformats.org/officeDocument/2006/relationships/hyperlink" Target="https://github.com/tomqwu/apim/blob/main/docs/48-kong-guided-evaluation.md" TargetMode="External" Id="R1505224329d44489" /><Relationship Type="http://schemas.openxmlformats.org/officeDocument/2006/relationships/hyperlink" Target="https://developer.konghq.com/gateway/deployment-topologies/" TargetMode="External" Id="R983e45434f464467" /><Relationship Type="http://schemas.openxmlformats.org/officeDocument/2006/relationships/notesSlide" Target="/ppt/notesSlides/notesSlide1.xml" Id="Re982375b31e540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eefa343c8641fa" /><Relationship Type="http://schemas.openxmlformats.org/officeDocument/2006/relationships/hyperlink" Target="https://github.com/tomqwu/apim/blob/main/docs/48-kong-guided-evaluation.md" TargetMode="External" Id="R50c2722509184a1c" /><Relationship Type="http://schemas.openxmlformats.org/officeDocument/2006/relationships/hyperlink" Target="https://developer.konghq.com/gateway/hybrid-mode/" TargetMode="External" Id="R6a105b206a1b4d4d" /><Relationship Type="http://schemas.openxmlformats.org/officeDocument/2006/relationships/notesSlide" Target="/ppt/notesSlides/notesSlide2.xml" Id="R4b72d85c8a7748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d715b7243e2497f" /><Relationship Type="http://schemas.openxmlformats.org/officeDocument/2006/relationships/hyperlink" Target="https://github.com/tomqwu/apim/blob/main/docs/48-kong-guided-evaluation.md" TargetMode="External" Id="R9dd0ae648db447dc" /><Relationship Type="http://schemas.openxmlformats.org/officeDocument/2006/relationships/hyperlink" Target="https://developer.konghq.com/gateway/hybrid-mode/" TargetMode="External" Id="R71b476e2b678452b" /><Relationship Type="http://schemas.openxmlformats.org/officeDocument/2006/relationships/notesSlide" Target="/ppt/notesSlides/notesSlide3.xml" Id="R1d0dc61c36334a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6a231a7df5140db" /><Relationship Type="http://schemas.openxmlformats.org/officeDocument/2006/relationships/hyperlink" Target="https://github.com/tomqwu/apim/blob/main/docs/48-kong-guided-evaluation.md" TargetMode="External" Id="Ra6a74b7c294940ca" /><Relationship Type="http://schemas.openxmlformats.org/officeDocument/2006/relationships/hyperlink" Target="https://docs.cloud.google.com/apigee/docs/hybrid/v1.16/what-is-hybrid" TargetMode="External" Id="R1fea18c30d134d6c" /><Relationship Type="http://schemas.openxmlformats.org/officeDocument/2006/relationships/notesSlide" Target="/ppt/notesSlides/notesSlide4.xml" Id="R0681ffa3010447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395c80e5cc1435e" /><Relationship Type="http://schemas.openxmlformats.org/officeDocument/2006/relationships/hyperlink" Target="https://github.com/tomqwu/apim/blob/main/docs/48-kong-guided-evaluation.md" TargetMode="External" Id="R8c36ad9c07e14534" /><Relationship Type="http://schemas.openxmlformats.org/officeDocument/2006/relationships/hyperlink" Target="https://developer.konghq.com/gateway/deployment-topologies/" TargetMode="External" Id="Rf7a64300c105432a" /><Relationship Type="http://schemas.openxmlformats.org/officeDocument/2006/relationships/notesSlide" Target="/ppt/notesSlides/notesSlide5.xml" Id="Rabbc4b93015a43f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9adc8229274763" /><Relationship Type="http://schemas.openxmlformats.org/officeDocument/2006/relationships/hyperlink" Target="https://github.com/tomqwu/apim/blob/main/docs/48-kong-guided-evaluation.md" TargetMode="External" Id="R08aba886a99c4ae0" /><Relationship Type="http://schemas.openxmlformats.org/officeDocument/2006/relationships/hyperlink" Target="https://developer.konghq.com/gateway/hybrid-mode/" TargetMode="External" Id="R9675c118e1234325" /><Relationship Type="http://schemas.openxmlformats.org/officeDocument/2006/relationships/notesSlide" Target="/ppt/notesSlides/notesSlide6.xml" Id="R41ed94a333ab4a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ead773aa8ea412a" /><Relationship Type="http://schemas.openxmlformats.org/officeDocument/2006/relationships/hyperlink" Target="https://github.com/tomqwu/apim/blob/main/docs/44-kong-multicloud-study-roadmap.md" TargetMode="External" Id="Rff77b14c39de4286" /><Relationship Type="http://schemas.openxmlformats.org/officeDocument/2006/relationships/hyperlink" Target="https://developer.konghq.com/gateway/hybrid-mode/" TargetMode="External" Id="R6999cac732e947dd" /><Relationship Type="http://schemas.openxmlformats.org/officeDocument/2006/relationships/notesSlide" Target="/ppt/notesSlides/notesSlide7.xml" Id="R8b6871f68b0f42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db89dde9364040" /><Relationship Type="http://schemas.openxmlformats.org/officeDocument/2006/relationships/hyperlink" Target="https://github.com/tomqwu/apim/blob/main/docs/47-kong-enterprise-platform-strategy.md" TargetMode="External" Id="Ra6bb97bd5b5a4e05" /><Relationship Type="http://schemas.openxmlformats.org/officeDocument/2006/relationships/hyperlink" Target="https://developer.konghq.com/gateway/hybrid-mode/" TargetMode="External" Id="R76cda340086e43c2" /><Relationship Type="http://schemas.openxmlformats.org/officeDocument/2006/relationships/notesSlide" Target="/ppt/notesSlides/notesSlide8.xml" Id="Rba30de1544ba4b5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b0cab356b934ab9" /><Relationship Type="http://schemas.openxmlformats.org/officeDocument/2006/relationships/hyperlink" Target="https://github.com/tomqwu/apim/blob/main/docs/47-kong-enterprise-platform-strategy.md" TargetMode="External" Id="Rcf1ac1910d4d4bda" /><Relationship Type="http://schemas.openxmlformats.org/officeDocument/2006/relationships/hyperlink" Target="https://developer.konghq.com/gateway/hybrid-mode/" TargetMode="External" Id="Rf10bd3b7a4de426f" /><Relationship Type="http://schemas.openxmlformats.org/officeDocument/2006/relationships/notesSlide" Target="/ppt/notesSlides/notesSlide9.xml" Id="Rb8ba2bf4dba346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86608bdc9eb4782" /><Relationship Type="http://schemas.openxmlformats.org/officeDocument/2006/relationships/hyperlink" Target="https://github.com/tomqwu/apim/blob/main/docs/47-kong-enterprise-platform-strategy.md" TargetMode="External" Id="R3bd9c3cbb4c14d7d" /><Relationship Type="http://schemas.openxmlformats.org/officeDocument/2006/relationships/hyperlink" Target="https://developer.konghq.com/gateway/hybrid-mode/" TargetMode="External" Id="Rd41355a7e97743f6" /><Relationship Type="http://schemas.openxmlformats.org/officeDocument/2006/relationships/notesSlide" Target="/ppt/notesSlides/notesSlide10.xml" Id="Ra0f9c0afcbb64ee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d025d81d9324b34" /><Relationship Type="http://schemas.openxmlformats.org/officeDocument/2006/relationships/hyperlink" Target="https://github.com/tomqwu/apim/blob/main/docs/47-kong-enterprise-platform-strategy.md" TargetMode="External" Id="R82b76bf3ce4c4f4d" /><Relationship Type="http://schemas.openxmlformats.org/officeDocument/2006/relationships/hyperlink" Target="https://developer.konghq.com/gateway/hybrid-mode/" TargetMode="External" Id="R478b188305f641f5" /><Relationship Type="http://schemas.openxmlformats.org/officeDocument/2006/relationships/notesSlide" Target="/ppt/notesSlides/notesSlide11.xml" Id="R4e597df96df84b6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7e9474d54ff44b8" /><Relationship Type="http://schemas.openxmlformats.org/officeDocument/2006/relationships/hyperlink" Target="https://github.com/tomqwu/apim/blob/main/docs/47-kong-enterprise-platform-strategy.md" TargetMode="External" Id="R74a53018a5fb4905" /><Relationship Type="http://schemas.openxmlformats.org/officeDocument/2006/relationships/hyperlink" Target="https://developer.konghq.com/gateway/monitoring/" TargetMode="External" Id="R5421aa73b30040a5" /><Relationship Type="http://schemas.openxmlformats.org/officeDocument/2006/relationships/notesSlide" Target="/ppt/notesSlides/notesSlide12.xml" Id="R070ff343567642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d9a1a61564740d1" /><Relationship Type="http://schemas.openxmlformats.org/officeDocument/2006/relationships/hyperlink" Target="https://github.com/tomqwu/apim/blob/main/docs/47-kong-enterprise-platform-strategy.md" TargetMode="External" Id="Rb94bd70ef6534262" /><Relationship Type="http://schemas.openxmlformats.org/officeDocument/2006/relationships/hyperlink" Target="https://developer.konghq.com/gateway/hybrid-mode/" TargetMode="External" Id="Rad2efaac483a46f9" /><Relationship Type="http://schemas.openxmlformats.org/officeDocument/2006/relationships/notesSlide" Target="/ppt/notesSlides/notesSlide13.xml" Id="R83a2139093ef4e5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b3701cafc574228" /><Relationship Type="http://schemas.openxmlformats.org/officeDocument/2006/relationships/hyperlink" Target="https://github.com/tomqwu/apim/blob/main/docs/35-mule-migration-strategy.md" TargetMode="External" Id="Refbd7fb23e4440b2" /><Relationship Type="http://schemas.openxmlformats.org/officeDocument/2006/relationships/hyperlink" Target="https://developer.konghq.com/gateway/entities/" TargetMode="External" Id="R4aa618a6dfd94da0" /><Relationship Type="http://schemas.openxmlformats.org/officeDocument/2006/relationships/notesSlide" Target="/ppt/notesSlides/notesSlide14.xml" Id="R7e5629dcf911429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9aa900778584779" /><Relationship Type="http://schemas.openxmlformats.org/officeDocument/2006/relationships/hyperlink" Target="https://github.com/tomqwu/apim/blob/main/docs/35-mule-migration-strategy.md" TargetMode="External" Id="Rfe5cc34ae0d8435a" /><Relationship Type="http://schemas.openxmlformats.org/officeDocument/2006/relationships/hyperlink" Target="https://docs.mulesoft.com/gateway/latest/" TargetMode="External" Id="Rfbde975b56814747" /><Relationship Type="http://schemas.openxmlformats.org/officeDocument/2006/relationships/notesSlide" Target="/ppt/notesSlides/notesSlide15.xml" Id="R61a3c3171d724c5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a441d60555845b6" /><Relationship Type="http://schemas.openxmlformats.org/officeDocument/2006/relationships/hyperlink" Target="https://github.com/tomqwu/apim/blob/main/docs/50-apigee-migration-strategy.md" TargetMode="External" Id="R89172a4789e242c0" /><Relationship Type="http://schemas.openxmlformats.org/officeDocument/2006/relationships/hyperlink" Target="https://docs.cloud.google.com/apigee/docs/api-platform/reference/api-proxy-configuration-reference" TargetMode="External" Id="R4720e7f299c54dea" /><Relationship Type="http://schemas.openxmlformats.org/officeDocument/2006/relationships/hyperlink" Target="https://github.com/tomqwu/apim/blob/main/docs/50-apigee-migration-strategy.md#proposed-a0a6-migration-roadmap" TargetMode="External" Id="R524e515f6ea34930" /><Relationship Type="http://schemas.openxmlformats.org/officeDocument/2006/relationships/hyperlink" Target="https://github.com/tomqwu/apim/blob/main/docs/35-mule-migration-strategy.md" TargetMode="External" Id="R2eb00c20980b4eb8" /><Relationship Type="http://schemas.openxmlformats.org/officeDocument/2006/relationships/hyperlink" Target="https://github.com/tomqwu/apim/blob/main/research/glossary.md#kong-terminology-crosswalk" TargetMode="External" Id="R5971096796954770" /><Relationship Type="http://schemas.openxmlformats.org/officeDocument/2006/relationships/notesSlide" Target="/ppt/notesSlides/notesSlide16.xml" Id="R5ac9a4b0bb6049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a93a5e4bf7b4ff2" /><Relationship Type="http://schemas.openxmlformats.org/officeDocument/2006/relationships/hyperlink" Target="https://github.com/tomqwu/apim/blob/main/poc/README.md" TargetMode="External" Id="Re7d5c667f4ea4583" /><Relationship Type="http://schemas.openxmlformats.org/officeDocument/2006/relationships/hyperlink" Target="https://developer.konghq.com/gateway/monitoring/" TargetMode="External" Id="Rf0bf18d712894daf" /><Relationship Type="http://schemas.openxmlformats.org/officeDocument/2006/relationships/notesSlide" Target="/ppt/notesSlides/notesSlide17.xml" Id="R787c8e542e5546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7833d5f0fdf4905" /><Relationship Type="http://schemas.openxmlformats.org/officeDocument/2006/relationships/hyperlink" Target="https://github.com/tomqwu/apim/blob/main/docs/48-kong-guided-evaluation.md" TargetMode="External" Id="R93290581b3384990" /><Relationship Type="http://schemas.openxmlformats.org/officeDocument/2006/relationships/hyperlink" Target="https://docs.traceable.ai/docs/kong" TargetMode="External" Id="R00b06a147ce444ce" /><Relationship Type="http://schemas.openxmlformats.org/officeDocument/2006/relationships/notesSlide" Target="/ppt/notesSlides/notesSlide18.xml" Id="Re17da2a68623467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4f2abb196c943cf" /><Relationship Type="http://schemas.openxmlformats.org/officeDocument/2006/relationships/hyperlink" Target="https://github.com/tomqwu/apim/blob/main/docs/47-kong-enterprise-platform-strategy.md" TargetMode="External" Id="R40fb33b9ac954795" /><Relationship Type="http://schemas.openxmlformats.org/officeDocument/2006/relationships/hyperlink" Target="https://developer.konghq.com/gateway/monitoring/" TargetMode="External" Id="R4476ac92f55542dd" /><Relationship Type="http://schemas.openxmlformats.org/officeDocument/2006/relationships/notesSlide" Target="/ppt/notesSlides/notesSlide19.xml" Id="Rdf5bea3617e14e5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f9aac6198da41f4" /><Relationship Type="http://schemas.openxmlformats.org/officeDocument/2006/relationships/hyperlink" Target="https://github.com/tomqwu/apim/blob/main/docs/47-kong-enterprise-platform-strategy.md" TargetMode="External" Id="R5f3c5b0cabde4412" /><Relationship Type="http://schemas.openxmlformats.org/officeDocument/2006/relationships/hyperlink" Target="https://developer.konghq.com/gateway/monitoring/" TargetMode="External" Id="R7557731dbf7946a6" /><Relationship Type="http://schemas.openxmlformats.org/officeDocument/2006/relationships/notesSlide" Target="/ppt/notesSlides/notesSlide20.xml" Id="R38c6087991954bf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0bcfa655808474b" /><Relationship Type="http://schemas.openxmlformats.org/officeDocument/2006/relationships/hyperlink" Target="https://github.com/tomqwu/apim/blob/main/docs/47-kong-enterprise-platform-strategy.md" TargetMode="External" Id="R6ccea5cb38f549fe" /><Relationship Type="http://schemas.openxmlformats.org/officeDocument/2006/relationships/hyperlink" Target="https://developer.konghq.com/gateway/monitoring/" TargetMode="External" Id="R73e19e9f344f492d" /><Relationship Type="http://schemas.openxmlformats.org/officeDocument/2006/relationships/notesSlide" Target="/ppt/notesSlides/notesSlide21.xml" Id="R23c0616941dc42a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241c7d3461947ca" /><Relationship Type="http://schemas.openxmlformats.org/officeDocument/2006/relationships/hyperlink" Target="https://github.com/tomqwu/apim/blob/main/docs/48-kong-guided-evaluation.md" TargetMode="External" Id="R5e845ab4861c4574" /><Relationship Type="http://schemas.openxmlformats.org/officeDocument/2006/relationships/hyperlink" Target="https://developer.konghq.com/gateway/deployment-topologies/" TargetMode="External" Id="R4df67573af3c4f6d" /><Relationship Type="http://schemas.openxmlformats.org/officeDocument/2006/relationships/notesSlide" Target="/ppt/notesSlides/notesSlide22.xml" Id="R9c5c4a8b4b994f1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ed0ecaa59cc406e" /><Relationship Type="http://schemas.openxmlformats.org/officeDocument/2006/relationships/hyperlink" Target="https://github.com/tomqwu/apim/blob/main/docs/48-kong-guided-evaluation.md" TargetMode="External" Id="R8dec884f30624955" /><Relationship Type="http://schemas.openxmlformats.org/officeDocument/2006/relationships/hyperlink" Target="https://docs.traceable.ai/docs/kong" TargetMode="External" Id="R336cdc99b169402b" /><Relationship Type="http://schemas.openxmlformats.org/officeDocument/2006/relationships/notesSlide" Target="/ppt/notesSlides/notesSlide23.xml" Id="R50a1b4734ffd42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e9daff3e8374557" /><Relationship Type="http://schemas.openxmlformats.org/officeDocument/2006/relationships/hyperlink" Target="https://github.com/tomqwu/apim/blob/main/docs/48-kong-guided-evaluation.md" TargetMode="External" Id="R21ebff295ce7429d" /><Relationship Type="http://schemas.openxmlformats.org/officeDocument/2006/relationships/hyperlink" Target="https://konghq.com/pricing" TargetMode="External" Id="Reb083c12c36545ec" /><Relationship Type="http://schemas.openxmlformats.org/officeDocument/2006/relationships/notesSlide" Target="/ppt/notesSlides/notesSlide24.xml" Id="Rce722e31dd0d404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9fe45233e624af7" /><Relationship Type="http://schemas.openxmlformats.org/officeDocument/2006/relationships/hyperlink" Target="https://github.com/tomqwu/apim/blob/main/docs/48-kong-guided-evaluation.md" TargetMode="External" Id="Rdd27e409df1b4c7d" /><Relationship Type="http://schemas.openxmlformats.org/officeDocument/2006/relationships/hyperlink" Target="https://konghq.com/pricing" TargetMode="External" Id="R6b76b5d950df4de2" /><Relationship Type="http://schemas.openxmlformats.org/officeDocument/2006/relationships/notesSlide" Target="/ppt/notesSlides/notesSlide25.xml" Id="Rddc6979e4f234acf" /></Relationships>
</file>

<file path=ppt/slides/slide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B7B2B-3FC6-4E20-A1EB-47EE06CB9A2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0B1027-8704-4CD2-AB9C-6738D5E38DAC}"/>
              </a:ext>
            </a:extLst>
          </p:cNvPr>
          <p:cNvSpPr>
            <a:spLocks xmlns:a="http://schemas.openxmlformats.org/drawingml/2006/main" noGrp="1"/>
          </p:cNvSpPr>
          <p:nvPr/>
        </p:nvSpPr>
        <p:spPr>
          <a:xfrm xmlns:a="http://schemas.openxmlformats.org/drawingml/2006/main">
            <a:off x="10287000" y="0"/>
            <a:ext cx="1905000" cy="13335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BD4DFB-F258-41BC-A20A-DCF625BE7B27}"/>
              </a:ext>
            </a:extLst>
          </p:cNvPr>
          <p:cNvSpPr>
            <a:spLocks xmlns:a="http://schemas.openxmlformats.org/drawingml/2006/main" noGrp="1"/>
          </p:cNvSpPr>
          <p:nvPr/>
        </p:nvSpPr>
        <p:spPr>
          <a:xfrm xmlns:a="http://schemas.openxmlformats.org/drawingml/2006/main">
            <a:off x="685800" y="609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
            <a:extLst xmlns:a="http://schemas.openxmlformats.org/drawingml/2006/main">
              <a:ext uri="{FF2B5EF4-FFF2-40B4-BE49-F238E27FC236}">
                <a16:creationId xmlns:a16="http://schemas.microsoft.com/office/drawing/2014/main" id="{B110D842-6E78-4D59-84FF-324A2F147523}"/>
              </a:ext>
            </a:extLst>
          </p:cNvPr>
          <p:cNvSpPr>
            <a:spLocks xmlns:a="http://schemas.openxmlformats.org/drawingml/2006/main" noGrp="1"/>
          </p:cNvSpPr>
          <p:nvPr/>
        </p:nvSpPr>
        <p:spPr>
          <a:xfrm xmlns:a="http://schemas.openxmlformats.org/drawingml/2006/main">
            <a:off x="685800" y="1200150"/>
            <a:ext cx="8858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
            <a:extLst xmlns:a="http://schemas.openxmlformats.org/drawingml/2006/main">
              <a:ext uri="{FF2B5EF4-FFF2-40B4-BE49-F238E27FC236}">
                <a16:creationId xmlns:a16="http://schemas.microsoft.com/office/drawing/2014/main" id="{72D1D412-55F2-4320-BF68-DECDFCF3DBEA}"/>
              </a:ext>
            </a:extLst>
          </p:cNvPr>
          <p:cNvSpPr>
            <a:spLocks xmlns:a="http://schemas.openxmlformats.org/drawingml/2006/main" noGrp="1"/>
          </p:cNvSpPr>
          <p:nvPr/>
        </p:nvSpPr>
        <p:spPr>
          <a:xfrm xmlns:a="http://schemas.openxmlformats.org/drawingml/2006/main">
            <a:off x="723900" y="4343400"/>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
            <a:extLst xmlns:a="http://schemas.openxmlformats.org/drawingml/2006/main">
              <a:ext uri="{FF2B5EF4-FFF2-40B4-BE49-F238E27FC236}">
                <a16:creationId xmlns:a16="http://schemas.microsoft.com/office/drawing/2014/main" id="{4CDAEA33-4A1C-49BB-834D-4A451F11BEC0}"/>
              </a:ext>
            </a:extLst>
          </p:cNvPr>
          <p:cNvSpPr>
            <a:spLocks xmlns:a="http://schemas.openxmlformats.org/drawingml/2006/main" noGrp="1"/>
          </p:cNvSpPr>
          <p:nvPr/>
        </p:nvSpPr>
        <p:spPr>
          <a:xfrm xmlns:a="http://schemas.openxmlformats.org/drawingml/2006/main">
            <a:off x="685800" y="5524500"/>
            <a:ext cx="108204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E88FC0-A3F7-4C12-B35F-360A9ABEF4BB}"/>
              </a:ext>
            </a:extLst>
          </p:cNvPr>
          <p:cNvSpPr>
            <a:spLocks xmlns:a="http://schemas.openxmlformats.org/drawingml/2006/main" noGrp="1"/>
          </p:cNvSpPr>
          <p:nvPr/>
        </p:nvSpPr>
        <p:spPr>
          <a:xfrm xmlns:a="http://schemas.openxmlformats.org/drawingml/2006/main">
            <a:off x="685800" y="5772150"/>
            <a:ext cx="1771650" cy="361950"/>
          </a:xfrm>
          <a:prstGeom xmlns:a="http://schemas.openxmlformats.org/drawingml/2006/main" prst="roundRect">
            <a:avLst>
              <a:gd name="adj" fmla="val 21053"/>
            </a:avLst>
          </a:prstGeom>
          <a:solidFill xmlns:a="http://schemas.openxmlformats.org/drawingml/2006/main">
            <a:srgbClr val="FFC72C"/>
          </a:solidFill>
          <a:ln xmlns:a="http://schemas.openxmlformats.org/drawingml/2006/main" w="9525">
            <a:solidFill>
              <a:srgbClr val="FFC72C"/>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
            <a:extLst xmlns:a="http://schemas.openxmlformats.org/drawingml/2006/main">
              <a:ext uri="{FF2B5EF4-FFF2-40B4-BE49-F238E27FC236}">
                <a16:creationId xmlns:a16="http://schemas.microsoft.com/office/drawing/2014/main" id="{15504A6E-1C7D-49BF-8457-BEECE448524F}"/>
              </a:ext>
            </a:extLst>
          </p:cNvPr>
          <p:cNvSpPr>
            <a:spLocks xmlns:a="http://schemas.openxmlformats.org/drawingml/2006/main" noGrp="1"/>
          </p:cNvSpPr>
          <p:nvPr/>
        </p:nvSpPr>
        <p:spPr>
          <a:xfrm xmlns:a="http://schemas.openxmlformats.org/drawingml/2006/main">
            <a:off x="27241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
            <a:extLst xmlns:a="http://schemas.openxmlformats.org/drawingml/2006/main">
              <a:ext uri="{FF2B5EF4-FFF2-40B4-BE49-F238E27FC236}">
                <a16:creationId xmlns:a16="http://schemas.microsoft.com/office/drawing/2014/main" id="{DA1F3E58-2009-40D8-B5AC-B53482913FF7}"/>
              </a:ext>
            </a:extLst>
          </p:cNvPr>
          <p:cNvSpPr>
            <a:spLocks xmlns:a="http://schemas.openxmlformats.org/drawingml/2006/main" noGrp="1"/>
          </p:cNvSpPr>
          <p:nvPr/>
        </p:nvSpPr>
        <p:spPr>
          <a:xfrm xmlns:a="http://schemas.openxmlformats.org/drawingml/2006/main">
            <a:off x="47625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
            <a:extLst xmlns:a="http://schemas.openxmlformats.org/drawingml/2006/main">
              <a:ext uri="{FF2B5EF4-FFF2-40B4-BE49-F238E27FC236}">
                <a16:creationId xmlns:a16="http://schemas.microsoft.com/office/drawing/2014/main" id="{EECB76A1-87BE-412E-8501-74CE79906F97}"/>
              </a:ext>
            </a:extLst>
          </p:cNvPr>
          <p:cNvSpPr>
            <a:spLocks xmlns:a="http://schemas.openxmlformats.org/drawingml/2006/main" noGrp="1"/>
          </p:cNvSpPr>
          <p:nvPr/>
        </p:nvSpPr>
        <p:spPr>
          <a:xfrm xmlns:a="http://schemas.openxmlformats.org/drawingml/2006/main">
            <a:off x="68008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
            <a:extLst xmlns:a="http://schemas.openxmlformats.org/drawingml/2006/main">
              <a:ext uri="{FF2B5EF4-FFF2-40B4-BE49-F238E27FC236}">
                <a16:creationId xmlns:a16="http://schemas.microsoft.com/office/drawing/2014/main" id="{EB9806EC-D628-498B-BCD8-A96A46EABD74}"/>
              </a:ext>
            </a:extLst>
          </p:cNvPr>
          <p:cNvSpPr>
            <a:spLocks xmlns:a="http://schemas.openxmlformats.org/drawingml/2006/main" noGrp="1"/>
          </p:cNvSpPr>
          <p:nvPr/>
        </p:nvSpPr>
        <p:spPr>
          <a:xfrm xmlns:a="http://schemas.openxmlformats.org/drawingml/2006/main">
            <a:off x="88392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
            <a:extLst xmlns:a="http://schemas.openxmlformats.org/drawingml/2006/main">
              <a:ext uri="{FF2B5EF4-FFF2-40B4-BE49-F238E27FC236}">
                <a16:creationId xmlns:a16="http://schemas.microsoft.com/office/drawing/2014/main" id="{50E7E7EC-796D-4B58-9497-3861E5A17270}"/>
              </a:ext>
            </a:extLst>
          </p:cNvPr>
          <p:cNvSpPr>
            <a:spLocks xmlns:a="http://schemas.openxmlformats.org/drawingml/2006/main" noGrp="1"/>
          </p:cNvSpPr>
          <p:nvPr/>
        </p:nvSpPr>
        <p:spPr>
          <a:xfrm xmlns:a="http://schemas.openxmlformats.org/drawingml/2006/main">
            <a:off x="8343900" y="6400800"/>
            <a:ext cx="3162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xmlns:a="http://schemas.openxmlformats.org/drawingml/2006/main">
              <a:ext uri="{FF2B5EF4-FFF2-40B4-BE49-F238E27FC236}">
                <a16:creationId xmlns:a16="http://schemas.microsoft.com/office/drawing/2014/main" id="{736D3494-27C1-4FD2-BDDB-CB6199D5301A}"/>
              </a:ext>
            </a:extLst>
          </p:cNvPr>
          <p:cNvSpPr>
            <a:spLocks xmlns:a="http://schemas.openxmlformats.org/drawingml/2006/main" noGrp="1"/>
          </p:cNvSpPr>
          <p:nvPr/>
        </p:nvSpPr>
        <p:spPr>
          <a:xfrm xmlns:a="http://schemas.openxmlformats.org/drawingml/2006/main">
            <a:off x="685800" y="6400800"/>
            <a:ext cx="657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505224329d44489"/>
              </a:rPr>
              <a:t>Repo reference</a:t>
            </a:r>
            <a:r>
              <a:rPr sz="825">
                <a:solidFill>
                  <a:srgbClr val="666762"/>
                </a:solidFill>
              </a:rPr>
              <a:t>  ·  </a:t>
            </a:r>
            <a:r>
              <a:rPr sz="825" u="sng">
                <a:solidFill>
                  <a:srgbClr val="666762"/>
                </a:solidFill>
                <a:hlinkClick xmlns:r="http://schemas.openxmlformats.org/officeDocument/2006/relationships" r:id="R983e45434f464467"/>
              </a:rPr>
              <a:t>Official docs</a:t>
            </a:r>
          </a:p>
        </p:txBody>
      </p:sp>
    </p:spTree>
    <p:extLst>
      <p:ext uri="{BB962C8B-B14F-4D97-AF65-F5344CB8AC3E}">
        <p14:creationId xmlns:p14="http://schemas.microsoft.com/office/powerpoint/2010/main" val="1665905984"/>
      </p:ext>
    </p:extLst>
  </p:cSld>
</p:sld>
</file>

<file path=ppt/slides/slide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93B77B1-25A1-43D9-B77B-0D600B3F464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F19E404-3DAF-4DF0-96B3-D97FAB85E50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0A15C9-3F58-49DD-A72C-C3A63B02987B}"/>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
            <a:extLst xmlns:a="http://schemas.openxmlformats.org/drawingml/2006/main">
              <a:ext uri="{FF2B5EF4-FFF2-40B4-BE49-F238E27FC236}">
                <a16:creationId xmlns:a16="http://schemas.microsoft.com/office/drawing/2014/main" id="{9C6DD5AE-4E53-4E57-91DC-1AA97D7A09C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model—not the feature list—drives the decision</a:t>
            </a:r>
          </a:p>
        </p:txBody>
      </p:sp>
      <p:sp>
        <p:nvSpPr>
          <p:cNvPr id="5" name="">
            <a:extLst xmlns:a="http://schemas.openxmlformats.org/drawingml/2006/main">
              <a:ext uri="{FF2B5EF4-FFF2-40B4-BE49-F238E27FC236}">
                <a16:creationId xmlns:a16="http://schemas.microsoft.com/office/drawing/2014/main" id="{0931CF01-14EC-4654-BA8E-302B9FFA832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Treat these as stated target inputs to confirm, not yet as observed current-state facts.</a:t>
            </a:r>
          </a:p>
        </p:txBody>
      </p:sp>
      <p:sp>
        <p:nvSpPr>
          <p:cNvPr id="6" name="">
            <a:extLst xmlns:a="http://schemas.openxmlformats.org/drawingml/2006/main">
              <a:ext uri="{FF2B5EF4-FFF2-40B4-BE49-F238E27FC236}">
                <a16:creationId xmlns:a16="http://schemas.microsoft.com/office/drawing/2014/main" id="{14FFC468-3156-466E-9AFD-3C6F91090422}"/>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DE6897-B2F9-4D23-89BE-C8C9622B09F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0c2722509184a1c"/>
              </a:rPr>
              <a:t>Repo reference</a:t>
            </a:r>
            <a:r>
              <a:rPr sz="825">
                <a:solidFill>
                  <a:srgbClr val="666762"/>
                </a:solidFill>
              </a:rPr>
              <a:t>  ·  </a:t>
            </a:r>
            <a:r>
              <a:rPr sz="825" u="sng">
                <a:solidFill>
                  <a:srgbClr val="666762"/>
                </a:solidFill>
                <a:hlinkClick xmlns:r="http://schemas.openxmlformats.org/officeDocument/2006/relationships" r:id="R6a105b206a1b4d4d"/>
              </a:rPr>
              <a:t>Official docs</a:t>
            </a:r>
          </a:p>
        </p:txBody>
      </p:sp>
      <p:sp>
        <p:nvSpPr>
          <p:cNvPr id="8" name="">
            <a:extLst xmlns:a="http://schemas.openxmlformats.org/drawingml/2006/main">
              <a:ext uri="{FF2B5EF4-FFF2-40B4-BE49-F238E27FC236}">
                <a16:creationId xmlns:a16="http://schemas.microsoft.com/office/drawing/2014/main" id="{CC93353B-E785-4C86-B8C3-1418AB129331}"/>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
            <a:extLst xmlns:a="http://schemas.openxmlformats.org/drawingml/2006/main">
              <a:ext uri="{FF2B5EF4-FFF2-40B4-BE49-F238E27FC236}">
                <a16:creationId xmlns:a16="http://schemas.microsoft.com/office/drawing/2014/main" id="{335E7EDC-F6E5-449F-B5CC-028E297153AC}"/>
              </a:ext>
            </a:extLst>
          </p:cNvPr>
          <p:cNvSpPr>
            <a:spLocks xmlns:a="http://schemas.openxmlformats.org/drawingml/2006/main" noGrp="1"/>
          </p:cNvSpPr>
          <p:nvPr/>
        </p:nvSpPr>
        <p:spPr>
          <a:xfrm xmlns:a="http://schemas.openxmlformats.org/drawingml/2006/main">
            <a:off x="666750" y="23050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
            <a:extLst xmlns:a="http://schemas.openxmlformats.org/drawingml/2006/main">
              <a:ext uri="{FF2B5EF4-FFF2-40B4-BE49-F238E27FC236}">
                <a16:creationId xmlns:a16="http://schemas.microsoft.com/office/drawing/2014/main" id="{1D1D045D-9672-49E1-8BD1-0A19A7A13D54}"/>
              </a:ext>
            </a:extLst>
          </p:cNvPr>
          <p:cNvSpPr>
            <a:spLocks xmlns:a="http://schemas.openxmlformats.org/drawingml/2006/main" noGrp="1"/>
          </p:cNvSpPr>
          <p:nvPr/>
        </p:nvSpPr>
        <p:spPr>
          <a:xfrm xmlns:a="http://schemas.openxmlformats.org/drawingml/2006/main">
            <a:off x="1790700" y="24193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797AACD-BC52-424B-B5D9-2E408DAF057F}"/>
              </a:ext>
            </a:extLst>
          </p:cNvPr>
          <p:cNvSpPr>
            <a:spLocks xmlns:a="http://schemas.openxmlformats.org/drawingml/2006/main" noGrp="1"/>
          </p:cNvSpPr>
          <p:nvPr/>
        </p:nvSpPr>
        <p:spPr>
          <a:xfrm xmlns:a="http://schemas.openxmlformats.org/drawingml/2006/main">
            <a:off x="20764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CC4A0BC2-246C-4B32-83CD-47B19C81C67D}"/>
              </a:ext>
            </a:extLst>
          </p:cNvPr>
          <p:cNvSpPr>
            <a:spLocks xmlns:a="http://schemas.openxmlformats.org/drawingml/2006/main" noGrp="1"/>
          </p:cNvSpPr>
          <p:nvPr/>
        </p:nvSpPr>
        <p:spPr>
          <a:xfrm xmlns:a="http://schemas.openxmlformats.org/drawingml/2006/main">
            <a:off x="22288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
            <a:extLst xmlns:a="http://schemas.openxmlformats.org/drawingml/2006/main">
              <a:ext uri="{FF2B5EF4-FFF2-40B4-BE49-F238E27FC236}">
                <a16:creationId xmlns:a16="http://schemas.microsoft.com/office/drawing/2014/main" id="{33FB4CF2-F398-4646-9FBB-0C693CB6FA97}"/>
              </a:ext>
            </a:extLst>
          </p:cNvPr>
          <p:cNvSpPr>
            <a:spLocks xmlns:a="http://schemas.openxmlformats.org/drawingml/2006/main" noGrp="1"/>
          </p:cNvSpPr>
          <p:nvPr/>
        </p:nvSpPr>
        <p:spPr>
          <a:xfrm xmlns:a="http://schemas.openxmlformats.org/drawingml/2006/main">
            <a:off x="510540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4" name="">
            <a:extLst xmlns:a="http://schemas.openxmlformats.org/drawingml/2006/main">
              <a:ext uri="{FF2B5EF4-FFF2-40B4-BE49-F238E27FC236}">
                <a16:creationId xmlns:a16="http://schemas.microsoft.com/office/drawing/2014/main" id="{C4F622E0-A972-4383-8042-820FD6866A38}"/>
              </a:ext>
            </a:extLst>
          </p:cNvPr>
          <p:cNvSpPr>
            <a:spLocks xmlns:a="http://schemas.openxmlformats.org/drawingml/2006/main" noGrp="1"/>
          </p:cNvSpPr>
          <p:nvPr/>
        </p:nvSpPr>
        <p:spPr>
          <a:xfrm xmlns:a="http://schemas.openxmlformats.org/drawingml/2006/main">
            <a:off x="525780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
            <a:extLst xmlns:a="http://schemas.openxmlformats.org/drawingml/2006/main">
              <a:ext uri="{FF2B5EF4-FFF2-40B4-BE49-F238E27FC236}">
                <a16:creationId xmlns:a16="http://schemas.microsoft.com/office/drawing/2014/main" id="{00DA3AA5-C266-4548-A5F1-5F415EC49A90}"/>
              </a:ext>
            </a:extLst>
          </p:cNvPr>
          <p:cNvSpPr>
            <a:spLocks xmlns:a="http://schemas.openxmlformats.org/drawingml/2006/main" noGrp="1"/>
          </p:cNvSpPr>
          <p:nvPr/>
        </p:nvSpPr>
        <p:spPr>
          <a:xfrm xmlns:a="http://schemas.openxmlformats.org/drawingml/2006/main">
            <a:off x="81343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ED2F272B-D56C-4A4A-99F2-75E4A12EB711}"/>
              </a:ext>
            </a:extLst>
          </p:cNvPr>
          <p:cNvSpPr>
            <a:spLocks xmlns:a="http://schemas.openxmlformats.org/drawingml/2006/main" noGrp="1"/>
          </p:cNvSpPr>
          <p:nvPr/>
        </p:nvSpPr>
        <p:spPr>
          <a:xfrm xmlns:a="http://schemas.openxmlformats.org/drawingml/2006/main">
            <a:off x="82867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
            <a:extLst xmlns:a="http://schemas.openxmlformats.org/drawingml/2006/main">
              <a:ext uri="{FF2B5EF4-FFF2-40B4-BE49-F238E27FC236}">
                <a16:creationId xmlns:a16="http://schemas.microsoft.com/office/drawing/2014/main" id="{9AEB2BC6-5035-4651-A1F8-A746FB57B58A}"/>
              </a:ext>
            </a:extLst>
          </p:cNvPr>
          <p:cNvSpPr>
            <a:spLocks xmlns:a="http://schemas.openxmlformats.org/drawingml/2006/main" noGrp="1"/>
          </p:cNvSpPr>
          <p:nvPr/>
        </p:nvSpPr>
        <p:spPr>
          <a:xfrm xmlns:a="http://schemas.openxmlformats.org/drawingml/2006/main">
            <a:off x="666750" y="35242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
            <a:extLst xmlns:a="http://schemas.openxmlformats.org/drawingml/2006/main">
              <a:ext uri="{FF2B5EF4-FFF2-40B4-BE49-F238E27FC236}">
                <a16:creationId xmlns:a16="http://schemas.microsoft.com/office/drawing/2014/main" id="{264E2770-8141-440D-A82B-59F5B2077D87}"/>
              </a:ext>
            </a:extLst>
          </p:cNvPr>
          <p:cNvSpPr>
            <a:spLocks xmlns:a="http://schemas.openxmlformats.org/drawingml/2006/main" noGrp="1"/>
          </p:cNvSpPr>
          <p:nvPr/>
        </p:nvSpPr>
        <p:spPr>
          <a:xfrm xmlns:a="http://schemas.openxmlformats.org/drawingml/2006/main">
            <a:off x="1790700" y="36385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608DC6-1F32-40B4-AC41-8561C4A08BC7}"/>
              </a:ext>
            </a:extLst>
          </p:cNvPr>
          <p:cNvSpPr>
            <a:spLocks xmlns:a="http://schemas.openxmlformats.org/drawingml/2006/main" noGrp="1"/>
          </p:cNvSpPr>
          <p:nvPr/>
        </p:nvSpPr>
        <p:spPr>
          <a:xfrm xmlns:a="http://schemas.openxmlformats.org/drawingml/2006/main">
            <a:off x="20764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A7028B28-EE76-4786-82F8-97BD8903E685}"/>
              </a:ext>
            </a:extLst>
          </p:cNvPr>
          <p:cNvSpPr>
            <a:spLocks xmlns:a="http://schemas.openxmlformats.org/drawingml/2006/main" noGrp="1"/>
          </p:cNvSpPr>
          <p:nvPr/>
        </p:nvSpPr>
        <p:spPr>
          <a:xfrm xmlns:a="http://schemas.openxmlformats.org/drawingml/2006/main">
            <a:off x="22288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
            <a:extLst xmlns:a="http://schemas.openxmlformats.org/drawingml/2006/main">
              <a:ext uri="{FF2B5EF4-FFF2-40B4-BE49-F238E27FC236}">
                <a16:creationId xmlns:a16="http://schemas.microsoft.com/office/drawing/2014/main" id="{6C5C9550-3BFF-46BD-A6F4-25056765255C}"/>
              </a:ext>
            </a:extLst>
          </p:cNvPr>
          <p:cNvSpPr>
            <a:spLocks xmlns:a="http://schemas.openxmlformats.org/drawingml/2006/main" noGrp="1"/>
          </p:cNvSpPr>
          <p:nvPr/>
        </p:nvSpPr>
        <p:spPr>
          <a:xfrm xmlns:a="http://schemas.openxmlformats.org/drawingml/2006/main">
            <a:off x="510540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2" name="">
            <a:extLst xmlns:a="http://schemas.openxmlformats.org/drawingml/2006/main">
              <a:ext uri="{FF2B5EF4-FFF2-40B4-BE49-F238E27FC236}">
                <a16:creationId xmlns:a16="http://schemas.microsoft.com/office/drawing/2014/main" id="{30777818-B7EB-41B7-A63F-1F94B617006F}"/>
              </a:ext>
            </a:extLst>
          </p:cNvPr>
          <p:cNvSpPr>
            <a:spLocks xmlns:a="http://schemas.openxmlformats.org/drawingml/2006/main" noGrp="1"/>
          </p:cNvSpPr>
          <p:nvPr/>
        </p:nvSpPr>
        <p:spPr>
          <a:xfrm xmlns:a="http://schemas.openxmlformats.org/drawingml/2006/main">
            <a:off x="525780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
            <a:extLst xmlns:a="http://schemas.openxmlformats.org/drawingml/2006/main">
              <a:ext uri="{FF2B5EF4-FFF2-40B4-BE49-F238E27FC236}">
                <a16:creationId xmlns:a16="http://schemas.microsoft.com/office/drawing/2014/main" id="{152DAC69-C2D7-471F-BBE6-37E65F309755}"/>
              </a:ext>
            </a:extLst>
          </p:cNvPr>
          <p:cNvSpPr>
            <a:spLocks xmlns:a="http://schemas.openxmlformats.org/drawingml/2006/main" noGrp="1"/>
          </p:cNvSpPr>
          <p:nvPr/>
        </p:nvSpPr>
        <p:spPr>
          <a:xfrm xmlns:a="http://schemas.openxmlformats.org/drawingml/2006/main">
            <a:off x="81343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6BF0BFE0-F415-431C-AD7E-4108B460A995}"/>
              </a:ext>
            </a:extLst>
          </p:cNvPr>
          <p:cNvSpPr>
            <a:spLocks xmlns:a="http://schemas.openxmlformats.org/drawingml/2006/main" noGrp="1"/>
          </p:cNvSpPr>
          <p:nvPr/>
        </p:nvSpPr>
        <p:spPr>
          <a:xfrm xmlns:a="http://schemas.openxmlformats.org/drawingml/2006/main">
            <a:off x="82867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
            <a:extLst xmlns:a="http://schemas.openxmlformats.org/drawingml/2006/main">
              <a:ext uri="{FF2B5EF4-FFF2-40B4-BE49-F238E27FC236}">
                <a16:creationId xmlns:a16="http://schemas.microsoft.com/office/drawing/2014/main" id="{5FC52D63-6605-4E74-A7C0-2A53AEBAFC41}"/>
              </a:ext>
            </a:extLst>
          </p:cNvPr>
          <p:cNvSpPr>
            <a:spLocks xmlns:a="http://schemas.openxmlformats.org/drawingml/2006/main" noGrp="1"/>
          </p:cNvSpPr>
          <p:nvPr/>
        </p:nvSpPr>
        <p:spPr>
          <a:xfrm xmlns:a="http://schemas.openxmlformats.org/drawingml/2006/main">
            <a:off x="666750" y="47434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
            <a:extLst xmlns:a="http://schemas.openxmlformats.org/drawingml/2006/main">
              <a:ext uri="{FF2B5EF4-FFF2-40B4-BE49-F238E27FC236}">
                <a16:creationId xmlns:a16="http://schemas.microsoft.com/office/drawing/2014/main" id="{0E153F0B-6F24-4E7D-BC6F-BAC99E40F4D5}"/>
              </a:ext>
            </a:extLst>
          </p:cNvPr>
          <p:cNvSpPr>
            <a:spLocks xmlns:a="http://schemas.openxmlformats.org/drawingml/2006/main" noGrp="1"/>
          </p:cNvSpPr>
          <p:nvPr/>
        </p:nvSpPr>
        <p:spPr>
          <a:xfrm xmlns:a="http://schemas.openxmlformats.org/drawingml/2006/main">
            <a:off x="1790700" y="48577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9C978E2-281E-42AE-A703-F4A7CF299835}"/>
              </a:ext>
            </a:extLst>
          </p:cNvPr>
          <p:cNvSpPr>
            <a:spLocks xmlns:a="http://schemas.openxmlformats.org/drawingml/2006/main" noGrp="1"/>
          </p:cNvSpPr>
          <p:nvPr/>
        </p:nvSpPr>
        <p:spPr>
          <a:xfrm xmlns:a="http://schemas.openxmlformats.org/drawingml/2006/main">
            <a:off x="20764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93096274-681A-4131-A2ED-6AA56969B456}"/>
              </a:ext>
            </a:extLst>
          </p:cNvPr>
          <p:cNvSpPr>
            <a:spLocks xmlns:a="http://schemas.openxmlformats.org/drawingml/2006/main" noGrp="1"/>
          </p:cNvSpPr>
          <p:nvPr/>
        </p:nvSpPr>
        <p:spPr>
          <a:xfrm xmlns:a="http://schemas.openxmlformats.org/drawingml/2006/main">
            <a:off x="22288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observability</a:t>
            </a:r>
          </a:p>
        </p:txBody>
      </p:sp>
      <p:sp>
        <p:nvSpPr>
          <p:cNvPr id="29" name="">
            <a:extLst xmlns:a="http://schemas.openxmlformats.org/drawingml/2006/main">
              <a:ext uri="{FF2B5EF4-FFF2-40B4-BE49-F238E27FC236}">
                <a16:creationId xmlns:a16="http://schemas.microsoft.com/office/drawing/2014/main" id="{0E7C7B84-0A15-41B7-B6B1-852992A649D7}"/>
              </a:ext>
            </a:extLst>
          </p:cNvPr>
          <p:cNvSpPr>
            <a:spLocks xmlns:a="http://schemas.openxmlformats.org/drawingml/2006/main" noGrp="1"/>
          </p:cNvSpPr>
          <p:nvPr/>
        </p:nvSpPr>
        <p:spPr>
          <a:xfrm xmlns:a="http://schemas.openxmlformats.org/drawingml/2006/main">
            <a:off x="510540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988FD800-1915-4EDA-B9AA-85CC0E538C9A}"/>
              </a:ext>
            </a:extLst>
          </p:cNvPr>
          <p:cNvSpPr>
            <a:spLocks xmlns:a="http://schemas.openxmlformats.org/drawingml/2006/main" noGrp="1"/>
          </p:cNvSpPr>
          <p:nvPr/>
        </p:nvSpPr>
        <p:spPr>
          <a:xfrm xmlns:a="http://schemas.openxmlformats.org/drawingml/2006/main">
            <a:off x="525780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
            <a:extLst xmlns:a="http://schemas.openxmlformats.org/drawingml/2006/main">
              <a:ext uri="{FF2B5EF4-FFF2-40B4-BE49-F238E27FC236}">
                <a16:creationId xmlns:a16="http://schemas.microsoft.com/office/drawing/2014/main" id="{6C6DE888-EE8A-4D10-AE88-FA392BE67209}"/>
              </a:ext>
            </a:extLst>
          </p:cNvPr>
          <p:cNvSpPr>
            <a:spLocks xmlns:a="http://schemas.openxmlformats.org/drawingml/2006/main" noGrp="1"/>
          </p:cNvSpPr>
          <p:nvPr/>
        </p:nvSpPr>
        <p:spPr>
          <a:xfrm xmlns:a="http://schemas.openxmlformats.org/drawingml/2006/main">
            <a:off x="81343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2" name="">
            <a:extLst xmlns:a="http://schemas.openxmlformats.org/drawingml/2006/main">
              <a:ext uri="{FF2B5EF4-FFF2-40B4-BE49-F238E27FC236}">
                <a16:creationId xmlns:a16="http://schemas.microsoft.com/office/drawing/2014/main" id="{BD6F468D-F2D5-4523-ADC2-39FFF9520D37}"/>
              </a:ext>
            </a:extLst>
          </p:cNvPr>
          <p:cNvSpPr>
            <a:spLocks xmlns:a="http://schemas.openxmlformats.org/drawingml/2006/main" noGrp="1"/>
          </p:cNvSpPr>
          <p:nvPr/>
        </p:nvSpPr>
        <p:spPr>
          <a:xfrm xmlns:a="http://schemas.openxmlformats.org/drawingml/2006/main">
            <a:off x="82867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
            <a:extLst xmlns:a="http://schemas.openxmlformats.org/drawingml/2006/main">
              <a:ext uri="{FF2B5EF4-FFF2-40B4-BE49-F238E27FC236}">
                <a16:creationId xmlns:a16="http://schemas.microsoft.com/office/drawing/2014/main" id="{82166C70-84D1-41B2-A3E7-3F6C65F02202}"/>
              </a:ext>
            </a:extLst>
          </p:cNvPr>
          <p:cNvSpPr>
            <a:spLocks xmlns:a="http://schemas.openxmlformats.org/drawingml/2006/main" noGrp="1"/>
          </p:cNvSpPr>
          <p:nvPr/>
        </p:nvSpPr>
        <p:spPr>
          <a:xfrm xmlns:a="http://schemas.openxmlformats.org/drawingml/2006/main">
            <a:off x="2076450" y="5819775"/>
            <a:ext cx="8801100" cy="400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4C17F99-8C78-4F10-B889-03B88774EB73}"/>
              </a:ext>
            </a:extLst>
          </p:cNvPr>
          <p:cNvSpPr>
            <a:spLocks xmlns:a="http://schemas.openxmlformats.org/drawingml/2006/main" noGrp="1"/>
          </p:cNvSpPr>
          <p:nvPr/>
        </p:nvSpPr>
        <p:spPr>
          <a:xfrm xmlns:a="http://schemas.openxmlformats.org/drawingml/2006/main">
            <a:off x="2228850" y="5895975"/>
            <a:ext cx="849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Decision lens: which operating boundary best enables this model with acceptable permanent duty?</a:t>
            </a:r>
          </a:p>
        </p:txBody>
      </p:sp>
    </p:spTree>
    <p:extLst>
      <p:ext uri="{BB962C8B-B14F-4D97-AF65-F5344CB8AC3E}">
        <p14:creationId xmlns:p14="http://schemas.microsoft.com/office/powerpoint/2010/main" val="1127766592"/>
      </p:ext>
    </p:extLst>
  </p:cSld>
</p:sld>
</file>

<file path=ppt/slides/slide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C995484-FE59-4A54-AC8B-B70CC555413D}"/>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E1E85B-4907-44F3-B3F3-30CA44CC9B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E8364E-3AF6-4B6B-A9AC-736E6A92C0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
            <a:extLst xmlns:a="http://schemas.openxmlformats.org/drawingml/2006/main">
              <a:ext uri="{FF2B5EF4-FFF2-40B4-BE49-F238E27FC236}">
                <a16:creationId xmlns:a16="http://schemas.microsoft.com/office/drawing/2014/main" id="{12D85729-2CB3-4219-8470-B936ACC11A3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
            <a:extLst xmlns:a="http://schemas.openxmlformats.org/drawingml/2006/main">
              <a:ext uri="{FF2B5EF4-FFF2-40B4-BE49-F238E27FC236}">
                <a16:creationId xmlns:a16="http://schemas.microsoft.com/office/drawing/2014/main" id="{266CE50A-98C5-4374-8F72-CC8CC2B51B88}"/>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weights stay visible; the provisional model rebases them to 60% and adds a 40% unknown block.</a:t>
            </a:r>
          </a:p>
        </p:txBody>
      </p:sp>
      <p:sp>
        <p:nvSpPr>
          <p:cNvPr id="6" name="">
            <a:extLst xmlns:a="http://schemas.openxmlformats.org/drawingml/2006/main">
              <a:ext uri="{FF2B5EF4-FFF2-40B4-BE49-F238E27FC236}">
                <a16:creationId xmlns:a16="http://schemas.microsoft.com/office/drawing/2014/main" id="{ADB1DBB9-C1D8-4F0E-B793-1F3E974AAE2C}"/>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DE1D53-DBB2-4360-8E9A-0FEDF33F256C}"/>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dd0ae648db447dc"/>
              </a:rPr>
              <a:t>Repo reference</a:t>
            </a:r>
            <a:r>
              <a:rPr sz="825">
                <a:solidFill>
                  <a:srgbClr val="666762"/>
                </a:solidFill>
              </a:rPr>
              <a:t>  ·  </a:t>
            </a:r>
            <a:r>
              <a:rPr sz="825" u="sng">
                <a:solidFill>
                  <a:srgbClr val="666762"/>
                </a:solidFill>
                <a:hlinkClick xmlns:r="http://schemas.openxmlformats.org/officeDocument/2006/relationships" r:id="R71b476e2b678452b"/>
              </a:rPr>
              <a:t>Official docs</a:t>
            </a:r>
          </a:p>
        </p:txBody>
      </p:sp>
      <p:sp>
        <p:nvSpPr>
          <p:cNvPr id="8" name="">
            <a:extLst xmlns:a="http://schemas.openxmlformats.org/drawingml/2006/main">
              <a:ext uri="{FF2B5EF4-FFF2-40B4-BE49-F238E27FC236}">
                <a16:creationId xmlns:a16="http://schemas.microsoft.com/office/drawing/2014/main" id="{3DB7BB16-FDBD-4FCB-8992-D7D49E5F9E1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
            <a:extLst xmlns:a="http://schemas.openxmlformats.org/drawingml/2006/main">
              <a:ext uri="{FF2B5EF4-FFF2-40B4-BE49-F238E27FC236}">
                <a16:creationId xmlns:a16="http://schemas.microsoft.com/office/drawing/2014/main" id="{83999E3B-B592-469C-8D41-B4164F6ED5F4}"/>
              </a:ext>
            </a:extLst>
          </p:cNvPr>
          <p:cNvSpPr>
            <a:spLocks xmlns:a="http://schemas.openxmlformats.org/drawingml/2006/main" noGrp="1"/>
          </p:cNvSpPr>
          <p:nvPr/>
        </p:nvSpPr>
        <p:spPr>
          <a:xfrm xmlns:a="http://schemas.openxmlformats.org/drawingml/2006/main">
            <a:off x="647700" y="21336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
            <a:extLst xmlns:a="http://schemas.openxmlformats.org/drawingml/2006/main">
              <a:ext uri="{FF2B5EF4-FFF2-40B4-BE49-F238E27FC236}">
                <a16:creationId xmlns:a16="http://schemas.microsoft.com/office/drawing/2014/main" id="{DCA90892-E157-4E68-8788-E175B5FEB646}"/>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BBDC538-88E7-4D3F-B255-6D2D45CD43EA}"/>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CF084A-2265-47E1-88CA-FFAF863D3346}"/>
              </a:ext>
            </a:extLst>
          </p:cNvPr>
          <p:cNvSpPr>
            <a:spLocks xmlns:a="http://schemas.openxmlformats.org/drawingml/2006/main" noGrp="1"/>
          </p:cNvSpPr>
          <p:nvPr/>
        </p:nvSpPr>
        <p:spPr>
          <a:xfrm xmlns:a="http://schemas.openxmlformats.org/drawingml/2006/main">
            <a:off x="7124700" y="21145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
            <a:extLst xmlns:a="http://schemas.openxmlformats.org/drawingml/2006/main">
              <a:ext uri="{FF2B5EF4-FFF2-40B4-BE49-F238E27FC236}">
                <a16:creationId xmlns:a16="http://schemas.microsoft.com/office/drawing/2014/main" id="{407C0A2A-4553-4DE7-AB51-886EF5D228B9}"/>
              </a:ext>
            </a:extLst>
          </p:cNvPr>
          <p:cNvSpPr>
            <a:spLocks xmlns:a="http://schemas.openxmlformats.org/drawingml/2006/main" noGrp="1"/>
          </p:cNvSpPr>
          <p:nvPr/>
        </p:nvSpPr>
        <p:spPr>
          <a:xfrm xmlns:a="http://schemas.openxmlformats.org/drawingml/2006/main">
            <a:off x="647700" y="26003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
            <a:extLst xmlns:a="http://schemas.openxmlformats.org/drawingml/2006/main">
              <a:ext uri="{FF2B5EF4-FFF2-40B4-BE49-F238E27FC236}">
                <a16:creationId xmlns:a16="http://schemas.microsoft.com/office/drawing/2014/main" id="{8EE13771-E623-4CD2-8628-E935B10BAB78}"/>
              </a:ext>
            </a:extLst>
          </p:cNvPr>
          <p:cNvSpPr>
            <a:spLocks xmlns:a="http://schemas.openxmlformats.org/drawingml/2006/main" noGrp="1"/>
          </p:cNvSpPr>
          <p:nvPr/>
        </p:nvSpPr>
        <p:spPr>
          <a:xfrm xmlns:a="http://schemas.openxmlformats.org/drawingml/2006/main">
            <a:off x="3314700" y="26479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37DB41-35AB-4B66-AF02-A486876F3044}"/>
              </a:ext>
            </a:extLst>
          </p:cNvPr>
          <p:cNvSpPr>
            <a:spLocks xmlns:a="http://schemas.openxmlformats.org/drawingml/2006/main" noGrp="1"/>
          </p:cNvSpPr>
          <p:nvPr/>
        </p:nvSpPr>
        <p:spPr>
          <a:xfrm xmlns:a="http://schemas.openxmlformats.org/drawingml/2006/main">
            <a:off x="3314700" y="2647950"/>
            <a:ext cx="2786063"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51B1E4F-0B29-4FB5-B952-AF63A8AE764B}"/>
              </a:ext>
            </a:extLst>
          </p:cNvPr>
          <p:cNvSpPr>
            <a:spLocks xmlns:a="http://schemas.openxmlformats.org/drawingml/2006/main" noGrp="1"/>
          </p:cNvSpPr>
          <p:nvPr/>
        </p:nvSpPr>
        <p:spPr>
          <a:xfrm xmlns:a="http://schemas.openxmlformats.org/drawingml/2006/main">
            <a:off x="7124700" y="25812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
            <a:extLst xmlns:a="http://schemas.openxmlformats.org/drawingml/2006/main">
              <a:ext uri="{FF2B5EF4-FFF2-40B4-BE49-F238E27FC236}">
                <a16:creationId xmlns:a16="http://schemas.microsoft.com/office/drawing/2014/main" id="{8CEA0EB6-ACB8-45C6-A329-720E0EED5D72}"/>
              </a:ext>
            </a:extLst>
          </p:cNvPr>
          <p:cNvSpPr>
            <a:spLocks xmlns:a="http://schemas.openxmlformats.org/drawingml/2006/main" noGrp="1"/>
          </p:cNvSpPr>
          <p:nvPr/>
        </p:nvSpPr>
        <p:spPr>
          <a:xfrm xmlns:a="http://schemas.openxmlformats.org/drawingml/2006/main">
            <a:off x="647700" y="30670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
            <a:extLst xmlns:a="http://schemas.openxmlformats.org/drawingml/2006/main">
              <a:ext uri="{FF2B5EF4-FFF2-40B4-BE49-F238E27FC236}">
                <a16:creationId xmlns:a16="http://schemas.microsoft.com/office/drawing/2014/main" id="{210CB3BC-0BB0-4B73-BE33-46152DEBA480}"/>
              </a:ext>
            </a:extLst>
          </p:cNvPr>
          <p:cNvSpPr>
            <a:spLocks xmlns:a="http://schemas.openxmlformats.org/drawingml/2006/main" noGrp="1"/>
          </p:cNvSpPr>
          <p:nvPr/>
        </p:nvSpPr>
        <p:spPr>
          <a:xfrm xmlns:a="http://schemas.openxmlformats.org/drawingml/2006/main">
            <a:off x="3314700" y="31146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06C06BA-183D-420F-A21E-DFE98BA51892}"/>
              </a:ext>
            </a:extLst>
          </p:cNvPr>
          <p:cNvSpPr>
            <a:spLocks xmlns:a="http://schemas.openxmlformats.org/drawingml/2006/main" noGrp="1"/>
          </p:cNvSpPr>
          <p:nvPr/>
        </p:nvSpPr>
        <p:spPr>
          <a:xfrm xmlns:a="http://schemas.openxmlformats.org/drawingml/2006/main">
            <a:off x="3314700" y="3114675"/>
            <a:ext cx="2786063"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912B96C-71EC-477A-B898-3B52A5527A44}"/>
              </a:ext>
            </a:extLst>
          </p:cNvPr>
          <p:cNvSpPr>
            <a:spLocks xmlns:a="http://schemas.openxmlformats.org/drawingml/2006/main" noGrp="1"/>
          </p:cNvSpPr>
          <p:nvPr/>
        </p:nvSpPr>
        <p:spPr>
          <a:xfrm xmlns:a="http://schemas.openxmlformats.org/drawingml/2006/main">
            <a:off x="7124700" y="30480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
            <a:extLst xmlns:a="http://schemas.openxmlformats.org/drawingml/2006/main">
              <a:ext uri="{FF2B5EF4-FFF2-40B4-BE49-F238E27FC236}">
                <a16:creationId xmlns:a16="http://schemas.microsoft.com/office/drawing/2014/main" id="{43CE0393-1EE3-4979-B491-292EC7DC327B}"/>
              </a:ext>
            </a:extLst>
          </p:cNvPr>
          <p:cNvSpPr>
            <a:spLocks xmlns:a="http://schemas.openxmlformats.org/drawingml/2006/main" noGrp="1"/>
          </p:cNvSpPr>
          <p:nvPr/>
        </p:nvSpPr>
        <p:spPr>
          <a:xfrm xmlns:a="http://schemas.openxmlformats.org/drawingml/2006/main">
            <a:off x="647700" y="35337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
            <a:extLst xmlns:a="http://schemas.openxmlformats.org/drawingml/2006/main">
              <a:ext uri="{FF2B5EF4-FFF2-40B4-BE49-F238E27FC236}">
                <a16:creationId xmlns:a16="http://schemas.microsoft.com/office/drawing/2014/main" id="{8C84072F-01C5-4B00-B728-BE8307A07101}"/>
              </a:ext>
            </a:extLst>
          </p:cNvPr>
          <p:cNvSpPr>
            <a:spLocks xmlns:a="http://schemas.openxmlformats.org/drawingml/2006/main" noGrp="1"/>
          </p:cNvSpPr>
          <p:nvPr/>
        </p:nvSpPr>
        <p:spPr>
          <a:xfrm xmlns:a="http://schemas.openxmlformats.org/drawingml/2006/main">
            <a:off x="3314700" y="35814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9E20D3E-041F-493D-8D39-5DE38F5E1EBF}"/>
              </a:ext>
            </a:extLst>
          </p:cNvPr>
          <p:cNvSpPr>
            <a:spLocks xmlns:a="http://schemas.openxmlformats.org/drawingml/2006/main" noGrp="1"/>
          </p:cNvSpPr>
          <p:nvPr/>
        </p:nvSpPr>
        <p:spPr>
          <a:xfrm xmlns:a="http://schemas.openxmlformats.org/drawingml/2006/main">
            <a:off x="3314700" y="35814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CFD24CE-9F71-47C8-9B0F-45AF3A99F104}"/>
              </a:ext>
            </a:extLst>
          </p:cNvPr>
          <p:cNvSpPr>
            <a:spLocks xmlns:a="http://schemas.openxmlformats.org/drawingml/2006/main" noGrp="1"/>
          </p:cNvSpPr>
          <p:nvPr/>
        </p:nvSpPr>
        <p:spPr>
          <a:xfrm xmlns:a="http://schemas.openxmlformats.org/drawingml/2006/main">
            <a:off x="7124700" y="35147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
            <a:extLst xmlns:a="http://schemas.openxmlformats.org/drawingml/2006/main">
              <a:ext uri="{FF2B5EF4-FFF2-40B4-BE49-F238E27FC236}">
                <a16:creationId xmlns:a16="http://schemas.microsoft.com/office/drawing/2014/main" id="{6481FCB3-3166-4906-8E7B-0FB192E072FF}"/>
              </a:ext>
            </a:extLst>
          </p:cNvPr>
          <p:cNvSpPr>
            <a:spLocks xmlns:a="http://schemas.openxmlformats.org/drawingml/2006/main" noGrp="1"/>
          </p:cNvSpPr>
          <p:nvPr/>
        </p:nvSpPr>
        <p:spPr>
          <a:xfrm xmlns:a="http://schemas.openxmlformats.org/drawingml/2006/main">
            <a:off x="647700" y="40005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
            <a:extLst xmlns:a="http://schemas.openxmlformats.org/drawingml/2006/main">
              <a:ext uri="{FF2B5EF4-FFF2-40B4-BE49-F238E27FC236}">
                <a16:creationId xmlns:a16="http://schemas.microsoft.com/office/drawing/2014/main" id="{79E61724-D6CF-4B42-A29F-4A48196F33F8}"/>
              </a:ext>
            </a:extLst>
          </p:cNvPr>
          <p:cNvSpPr>
            <a:spLocks xmlns:a="http://schemas.openxmlformats.org/drawingml/2006/main" noGrp="1"/>
          </p:cNvSpPr>
          <p:nvPr/>
        </p:nvSpPr>
        <p:spPr>
          <a:xfrm xmlns:a="http://schemas.openxmlformats.org/drawingml/2006/main">
            <a:off x="3314700" y="40481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3B2A7A-B51B-40C3-AF6B-F4D019A1EAF4}"/>
              </a:ext>
            </a:extLst>
          </p:cNvPr>
          <p:cNvSpPr>
            <a:spLocks xmlns:a="http://schemas.openxmlformats.org/drawingml/2006/main" noGrp="1"/>
          </p:cNvSpPr>
          <p:nvPr/>
        </p:nvSpPr>
        <p:spPr>
          <a:xfrm xmlns:a="http://schemas.openxmlformats.org/drawingml/2006/main">
            <a:off x="3314700" y="404812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BE2717-1B56-4954-8C1E-9C9B6BB613E3}"/>
              </a:ext>
            </a:extLst>
          </p:cNvPr>
          <p:cNvSpPr>
            <a:spLocks xmlns:a="http://schemas.openxmlformats.org/drawingml/2006/main" noGrp="1"/>
          </p:cNvSpPr>
          <p:nvPr/>
        </p:nvSpPr>
        <p:spPr>
          <a:xfrm xmlns:a="http://schemas.openxmlformats.org/drawingml/2006/main">
            <a:off x="7124700" y="39814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
            <a:extLst xmlns:a="http://schemas.openxmlformats.org/drawingml/2006/main">
              <a:ext uri="{FF2B5EF4-FFF2-40B4-BE49-F238E27FC236}">
                <a16:creationId xmlns:a16="http://schemas.microsoft.com/office/drawing/2014/main" id="{E741B9A1-04B6-422E-A877-BF9E15F46601}"/>
              </a:ext>
            </a:extLst>
          </p:cNvPr>
          <p:cNvSpPr>
            <a:spLocks xmlns:a="http://schemas.openxmlformats.org/drawingml/2006/main" noGrp="1"/>
          </p:cNvSpPr>
          <p:nvPr/>
        </p:nvSpPr>
        <p:spPr>
          <a:xfrm xmlns:a="http://schemas.openxmlformats.org/drawingml/2006/main">
            <a:off x="647700" y="4467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
            <a:extLst xmlns:a="http://schemas.openxmlformats.org/drawingml/2006/main">
              <a:ext uri="{FF2B5EF4-FFF2-40B4-BE49-F238E27FC236}">
                <a16:creationId xmlns:a16="http://schemas.microsoft.com/office/drawing/2014/main" id="{5AA87F98-1E45-46FF-8685-98A66ED96D21}"/>
              </a:ext>
            </a:extLst>
          </p:cNvPr>
          <p:cNvSpPr>
            <a:spLocks xmlns:a="http://schemas.openxmlformats.org/drawingml/2006/main" noGrp="1"/>
          </p:cNvSpPr>
          <p:nvPr/>
        </p:nvSpPr>
        <p:spPr>
          <a:xfrm xmlns:a="http://schemas.openxmlformats.org/drawingml/2006/main">
            <a:off x="3314700" y="45148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F518AB7-6BB2-4E8F-9F16-6227EF805E35}"/>
              </a:ext>
            </a:extLst>
          </p:cNvPr>
          <p:cNvSpPr>
            <a:spLocks xmlns:a="http://schemas.openxmlformats.org/drawingml/2006/main" noGrp="1"/>
          </p:cNvSpPr>
          <p:nvPr/>
        </p:nvSpPr>
        <p:spPr>
          <a:xfrm xmlns:a="http://schemas.openxmlformats.org/drawingml/2006/main">
            <a:off x="3314700" y="451485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180A293-5A45-4409-B554-35508E04EC54}"/>
              </a:ext>
            </a:extLst>
          </p:cNvPr>
          <p:cNvSpPr>
            <a:spLocks xmlns:a="http://schemas.openxmlformats.org/drawingml/2006/main" noGrp="1"/>
          </p:cNvSpPr>
          <p:nvPr/>
        </p:nvSpPr>
        <p:spPr>
          <a:xfrm xmlns:a="http://schemas.openxmlformats.org/drawingml/2006/main">
            <a:off x="7124700" y="44481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
            <a:extLst xmlns:a="http://schemas.openxmlformats.org/drawingml/2006/main">
              <a:ext uri="{FF2B5EF4-FFF2-40B4-BE49-F238E27FC236}">
                <a16:creationId xmlns:a16="http://schemas.microsoft.com/office/drawing/2014/main" id="{F79F0558-0D15-40BD-AB57-CB39FE0BBCD5}"/>
              </a:ext>
            </a:extLst>
          </p:cNvPr>
          <p:cNvSpPr>
            <a:spLocks xmlns:a="http://schemas.openxmlformats.org/drawingml/2006/main" noGrp="1"/>
          </p:cNvSpPr>
          <p:nvPr/>
        </p:nvSpPr>
        <p:spPr>
          <a:xfrm xmlns:a="http://schemas.openxmlformats.org/drawingml/2006/main">
            <a:off x="647700" y="49339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
            <a:extLst xmlns:a="http://schemas.openxmlformats.org/drawingml/2006/main">
              <a:ext uri="{FF2B5EF4-FFF2-40B4-BE49-F238E27FC236}">
                <a16:creationId xmlns:a16="http://schemas.microsoft.com/office/drawing/2014/main" id="{8B7D53B6-D275-42A8-B5D3-65CE843B58B0}"/>
              </a:ext>
            </a:extLst>
          </p:cNvPr>
          <p:cNvSpPr>
            <a:spLocks xmlns:a="http://schemas.openxmlformats.org/drawingml/2006/main" noGrp="1"/>
          </p:cNvSpPr>
          <p:nvPr/>
        </p:nvSpPr>
        <p:spPr>
          <a:xfrm xmlns:a="http://schemas.openxmlformats.org/drawingml/2006/main">
            <a:off x="3314700" y="49815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7604918-DF6A-40CB-B8EE-890B52876956}"/>
              </a:ext>
            </a:extLst>
          </p:cNvPr>
          <p:cNvSpPr>
            <a:spLocks xmlns:a="http://schemas.openxmlformats.org/drawingml/2006/main" noGrp="1"/>
          </p:cNvSpPr>
          <p:nvPr/>
        </p:nvSpPr>
        <p:spPr>
          <a:xfrm xmlns:a="http://schemas.openxmlformats.org/drawingml/2006/main">
            <a:off x="3314700" y="498157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97F347A-759D-4348-BCC5-91B67374E21D}"/>
              </a:ext>
            </a:extLst>
          </p:cNvPr>
          <p:cNvSpPr>
            <a:spLocks xmlns:a="http://schemas.openxmlformats.org/drawingml/2006/main" noGrp="1"/>
          </p:cNvSpPr>
          <p:nvPr/>
        </p:nvSpPr>
        <p:spPr>
          <a:xfrm xmlns:a="http://schemas.openxmlformats.org/drawingml/2006/main">
            <a:off x="7124700" y="49149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
            <a:extLst xmlns:a="http://schemas.openxmlformats.org/drawingml/2006/main">
              <a:ext uri="{FF2B5EF4-FFF2-40B4-BE49-F238E27FC236}">
                <a16:creationId xmlns:a16="http://schemas.microsoft.com/office/drawing/2014/main" id="{B0DB533F-F7BF-408B-AA8A-FE32319968BF}"/>
              </a:ext>
            </a:extLst>
          </p:cNvPr>
          <p:cNvSpPr>
            <a:spLocks xmlns:a="http://schemas.openxmlformats.org/drawingml/2006/main" noGrp="1"/>
          </p:cNvSpPr>
          <p:nvPr/>
        </p:nvSpPr>
        <p:spPr>
          <a:xfrm xmlns:a="http://schemas.openxmlformats.org/drawingml/2006/main">
            <a:off x="647700" y="54006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
            <a:extLst xmlns:a="http://schemas.openxmlformats.org/drawingml/2006/main">
              <a:ext uri="{FF2B5EF4-FFF2-40B4-BE49-F238E27FC236}">
                <a16:creationId xmlns:a16="http://schemas.microsoft.com/office/drawing/2014/main" id="{CF9ABC88-D340-4650-9E73-75A68B89933E}"/>
              </a:ext>
            </a:extLst>
          </p:cNvPr>
          <p:cNvSpPr>
            <a:spLocks xmlns:a="http://schemas.openxmlformats.org/drawingml/2006/main" noGrp="1"/>
          </p:cNvSpPr>
          <p:nvPr/>
        </p:nvSpPr>
        <p:spPr>
          <a:xfrm xmlns:a="http://schemas.openxmlformats.org/drawingml/2006/main">
            <a:off x="3314700" y="54483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0A98BA8-3755-40C9-9706-6C530AF24706}"/>
              </a:ext>
            </a:extLst>
          </p:cNvPr>
          <p:cNvSpPr>
            <a:spLocks xmlns:a="http://schemas.openxmlformats.org/drawingml/2006/main" noGrp="1"/>
          </p:cNvSpPr>
          <p:nvPr/>
        </p:nvSpPr>
        <p:spPr>
          <a:xfrm xmlns:a="http://schemas.openxmlformats.org/drawingml/2006/main">
            <a:off x="3314700" y="54483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296AAE2-A164-4FF8-BB54-149F42A65FCE}"/>
              </a:ext>
            </a:extLst>
          </p:cNvPr>
          <p:cNvSpPr>
            <a:spLocks xmlns:a="http://schemas.openxmlformats.org/drawingml/2006/main" noGrp="1"/>
          </p:cNvSpPr>
          <p:nvPr/>
        </p:nvSpPr>
        <p:spPr>
          <a:xfrm xmlns:a="http://schemas.openxmlformats.org/drawingml/2006/main">
            <a:off x="7124700" y="53816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
            <a:extLst xmlns:a="http://schemas.openxmlformats.org/drawingml/2006/main">
              <a:ext uri="{FF2B5EF4-FFF2-40B4-BE49-F238E27FC236}">
                <a16:creationId xmlns:a16="http://schemas.microsoft.com/office/drawing/2014/main" id="{65178325-164B-4F75-B7C8-C8DF63589D0B}"/>
              </a:ext>
            </a:extLst>
          </p:cNvPr>
          <p:cNvSpPr>
            <a:spLocks xmlns:a="http://schemas.openxmlformats.org/drawingml/2006/main" noGrp="1"/>
          </p:cNvSpPr>
          <p:nvPr/>
        </p:nvSpPr>
        <p:spPr>
          <a:xfrm xmlns:a="http://schemas.openxmlformats.org/drawingml/2006/main">
            <a:off x="7981950" y="2143125"/>
            <a:ext cx="3333750" cy="29908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42" name="">
            <a:extLst xmlns:a="http://schemas.openxmlformats.org/drawingml/2006/main">
              <a:ext uri="{FF2B5EF4-FFF2-40B4-BE49-F238E27FC236}">
                <a16:creationId xmlns:a16="http://schemas.microsoft.com/office/drawing/2014/main" id="{A68BA586-9BCD-4FAD-B1F3-FE6F20DA92BE}"/>
              </a:ext>
            </a:extLst>
          </p:cNvPr>
          <p:cNvSpPr>
            <a:spLocks xmlns:a="http://schemas.openxmlformats.org/drawingml/2006/main" noGrp="1"/>
          </p:cNvSpPr>
          <p:nvPr/>
        </p:nvSpPr>
        <p:spPr>
          <a:xfrm xmlns:a="http://schemas.openxmlformats.org/drawingml/2006/main">
            <a:off x="7981950" y="2143125"/>
            <a:ext cx="66675" cy="299085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E1C88DE-9A02-4123-91BF-49E1E52819DF}"/>
              </a:ext>
            </a:extLst>
          </p:cNvPr>
          <p:cNvSpPr>
            <a:spLocks xmlns:a="http://schemas.openxmlformats.org/drawingml/2006/main" noGrp="1"/>
          </p:cNvSpPr>
          <p:nvPr/>
        </p:nvSpPr>
        <p:spPr>
          <a:xfrm xmlns:a="http://schemas.openxmlformats.org/drawingml/2006/main">
            <a:off x="8191500" y="2314575"/>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PROVISIONAL SCENARIO</a:t>
            </a:r>
          </a:p>
        </p:txBody>
      </p:sp>
      <p:sp>
        <p:nvSpPr>
          <p:cNvPr id="44" name="">
            <a:extLst xmlns:a="http://schemas.openxmlformats.org/drawingml/2006/main">
              <a:ext uri="{FF2B5EF4-FFF2-40B4-BE49-F238E27FC236}">
                <a16:creationId xmlns:a16="http://schemas.microsoft.com/office/drawing/2014/main" id="{E10912D9-388E-464B-9B3E-F4184BCCAB00}"/>
              </a:ext>
            </a:extLst>
          </p:cNvPr>
          <p:cNvSpPr>
            <a:spLocks xmlns:a="http://schemas.openxmlformats.org/drawingml/2006/main" noGrp="1"/>
          </p:cNvSpPr>
          <p:nvPr/>
        </p:nvSpPr>
        <p:spPr>
          <a:xfrm xmlns:a="http://schemas.openxmlformats.org/drawingml/2006/main">
            <a:off x="8191500" y="2619375"/>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carry 40%</a:t>
            </a:r>
          </a:p>
        </p:txBody>
      </p:sp>
      <p:sp>
        <p:nvSpPr>
          <p:cNvPr id="45" name="">
            <a:extLst xmlns:a="http://schemas.openxmlformats.org/drawingml/2006/main">
              <a:ext uri="{FF2B5EF4-FFF2-40B4-BE49-F238E27FC236}">
                <a16:creationId xmlns:a16="http://schemas.microsoft.com/office/drawing/2014/main" id="{32075F24-E6A8-4CF9-895F-EAB751A11278}"/>
              </a:ext>
            </a:extLst>
          </p:cNvPr>
          <p:cNvSpPr>
            <a:spLocks xmlns:a="http://schemas.openxmlformats.org/drawingml/2006/main" noGrp="1"/>
          </p:cNvSpPr>
          <p:nvPr/>
        </p:nvSpPr>
        <p:spPr>
          <a:xfrm xmlns:a="http://schemas.openxmlformats.org/drawingml/2006/main">
            <a:off x="8191500" y="3324225"/>
            <a:ext cx="29146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Multicloud operating fit — 8%</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Scale / recovery — 8%</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Enterprise IAM / trace — 8%</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lock-in — 6%</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 — 6%</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duty — 4%</a:t>
            </a:r>
          </a:p>
        </p:txBody>
      </p:sp>
      <p:sp>
        <p:nvSpPr>
          <p:cNvPr id="46" name="">
            <a:extLst xmlns:a="http://schemas.openxmlformats.org/drawingml/2006/main">
              <a:ext uri="{FF2B5EF4-FFF2-40B4-BE49-F238E27FC236}">
                <a16:creationId xmlns:a16="http://schemas.microsoft.com/office/drawing/2014/main" id="{DB5287D0-BF74-47C1-83C1-3EA4ABAA5F3A}"/>
              </a:ext>
            </a:extLst>
          </p:cNvPr>
          <p:cNvSpPr>
            <a:spLocks xmlns:a="http://schemas.openxmlformats.org/drawingml/2006/main" noGrp="1"/>
          </p:cNvSpPr>
          <p:nvPr/>
        </p:nvSpPr>
        <p:spPr>
          <a:xfrm xmlns:a="http://schemas.openxmlformats.org/drawingml/2006/main">
            <a:off x="8001000" y="5381625"/>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Evidence rule</a:t>
            </a:r>
          </a:p>
        </p:txBody>
      </p:sp>
      <p:sp>
        <p:nvSpPr>
          <p:cNvPr id="47" name="">
            <a:extLst xmlns:a="http://schemas.openxmlformats.org/drawingml/2006/main">
              <a:ext uri="{FF2B5EF4-FFF2-40B4-BE49-F238E27FC236}">
                <a16:creationId xmlns:a16="http://schemas.microsoft.com/office/drawing/2014/main" id="{80CAC1D4-4AA1-4E0D-AF61-56088665CF07}"/>
              </a:ext>
            </a:extLst>
          </p:cNvPr>
          <p:cNvSpPr>
            <a:spLocks xmlns:a="http://schemas.openxmlformats.org/drawingml/2006/main" noGrp="1"/>
          </p:cNvSpPr>
          <p:nvPr/>
        </p:nvSpPr>
        <p:spPr>
          <a:xfrm xmlns:a="http://schemas.openxmlformats.org/drawingml/2006/main">
            <a:off x="8001000" y="5619750"/>
            <a:ext cx="3295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945"/>
          </a:bodyPr>
          <a:lstStyle xmlns:a="http://schemas.openxmlformats.org/drawingml/2006/main"/>
          <a:p xmlns:a="http://schemas.openxmlformats.org/drawingml/2006/main">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Weights are assumptions; every GRS product rating remains Unknown [0,10].</a:t>
            </a:r>
          </a:p>
        </p:txBody>
      </p:sp>
    </p:spTree>
    <p:extLst>
      <p:ext uri="{BB962C8B-B14F-4D97-AF65-F5344CB8AC3E}">
        <p14:creationId xmlns:p14="http://schemas.microsoft.com/office/powerpoint/2010/main" val="1624682624"/>
      </p:ext>
    </p:extLst>
  </p:cSld>
</p:sld>
</file>

<file path=ppt/slides/slide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21CD2DE5-0A26-4ED5-863B-09746AE383A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7FC128-9626-4B67-8B2E-D99112C9111A}"/>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75541F8-CADB-4BE1-B2F8-116DD93B4DB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
            <a:extLst xmlns:a="http://schemas.openxmlformats.org/drawingml/2006/main">
              <a:ext uri="{FF2B5EF4-FFF2-40B4-BE49-F238E27FC236}">
                <a16:creationId xmlns:a16="http://schemas.microsoft.com/office/drawing/2014/main" id="{FA04DA56-2A98-454C-920D-010FB01E2C8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
            <a:extLst xmlns:a="http://schemas.openxmlformats.org/drawingml/2006/main">
              <a:ext uri="{FF2B5EF4-FFF2-40B4-BE49-F238E27FC236}">
                <a16:creationId xmlns:a16="http://schemas.microsoft.com/office/drawing/2014/main" id="{48BF8589-9FD7-4AC0-A33E-544B193C084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
            <a:extLst xmlns:a="http://schemas.openxmlformats.org/drawingml/2006/main">
              <a:ext uri="{FF2B5EF4-FFF2-40B4-BE49-F238E27FC236}">
                <a16:creationId xmlns:a16="http://schemas.microsoft.com/office/drawing/2014/main" id="{FAB275A7-EAB3-4A9B-BEDC-18D8412DFC8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3512C4-FF9C-41AF-B23F-6B7131131D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6a74b7c294940ca"/>
              </a:rPr>
              <a:t>Repo reference</a:t>
            </a:r>
            <a:r>
              <a:rPr sz="825">
                <a:solidFill>
                  <a:srgbClr val="666762"/>
                </a:solidFill>
              </a:rPr>
              <a:t>  ·  </a:t>
            </a:r>
            <a:r>
              <a:rPr sz="825" u="sng">
                <a:solidFill>
                  <a:srgbClr val="666762"/>
                </a:solidFill>
                <a:hlinkClick xmlns:r="http://schemas.openxmlformats.org/officeDocument/2006/relationships" r:id="R1fea18c30d134d6c"/>
              </a:rPr>
              <a:t>Official docs</a:t>
            </a:r>
          </a:p>
        </p:txBody>
      </p:sp>
      <p:sp>
        <p:nvSpPr>
          <p:cNvPr id="8" name="">
            <a:extLst xmlns:a="http://schemas.openxmlformats.org/drawingml/2006/main">
              <a:ext uri="{FF2B5EF4-FFF2-40B4-BE49-F238E27FC236}">
                <a16:creationId xmlns:a16="http://schemas.microsoft.com/office/drawing/2014/main" id="{45C77CB4-E86B-4DC5-BD9F-D5BA7774360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
            <a:extLst xmlns:a="http://schemas.openxmlformats.org/drawingml/2006/main">
              <a:ext uri="{FF2B5EF4-FFF2-40B4-BE49-F238E27FC236}">
                <a16:creationId xmlns:a16="http://schemas.microsoft.com/office/drawing/2014/main" id="{A50E7440-AFC6-4F98-A635-B7F6D6659CDD}"/>
              </a:ext>
            </a:extLst>
          </p:cNvPr>
          <p:cNvSpPr>
            <a:spLocks xmlns:a="http://schemas.openxmlformats.org/drawingml/2006/main" noGrp="1"/>
          </p:cNvSpPr>
          <p:nvPr/>
        </p:nvSpPr>
        <p:spPr>
          <a:xfrm xmlns:a="http://schemas.openxmlformats.org/drawingml/2006/main">
            <a:off x="609600" y="2181225"/>
            <a:ext cx="2571750" cy="37147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10" name="">
            <a:extLst xmlns:a="http://schemas.openxmlformats.org/drawingml/2006/main">
              <a:ext uri="{FF2B5EF4-FFF2-40B4-BE49-F238E27FC236}">
                <a16:creationId xmlns:a16="http://schemas.microsoft.com/office/drawing/2014/main" id="{6FC5A4DC-9BA7-4E55-8FDD-2F7A210617E6}"/>
              </a:ext>
            </a:extLst>
          </p:cNvPr>
          <p:cNvSpPr>
            <a:spLocks xmlns:a="http://schemas.openxmlformats.org/drawingml/2006/main" noGrp="1"/>
          </p:cNvSpPr>
          <p:nvPr/>
        </p:nvSpPr>
        <p:spPr>
          <a:xfrm xmlns:a="http://schemas.openxmlformats.org/drawingml/2006/main">
            <a:off x="8001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
            <a:extLst xmlns:a="http://schemas.openxmlformats.org/drawingml/2006/main">
              <a:ext uri="{FF2B5EF4-FFF2-40B4-BE49-F238E27FC236}">
                <a16:creationId xmlns:a16="http://schemas.microsoft.com/office/drawing/2014/main" id="{EED6B60F-8313-4098-A320-A165DB9EBF1B}"/>
              </a:ext>
            </a:extLst>
          </p:cNvPr>
          <p:cNvSpPr>
            <a:spLocks xmlns:a="http://schemas.openxmlformats.org/drawingml/2006/main" noGrp="1"/>
          </p:cNvSpPr>
          <p:nvPr/>
        </p:nvSpPr>
        <p:spPr>
          <a:xfrm xmlns:a="http://schemas.openxmlformats.org/drawingml/2006/main">
            <a:off x="8001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
            <a:extLst xmlns:a="http://schemas.openxmlformats.org/drawingml/2006/main">
              <a:ext uri="{FF2B5EF4-FFF2-40B4-BE49-F238E27FC236}">
                <a16:creationId xmlns:a16="http://schemas.microsoft.com/office/drawing/2014/main" id="{0D390FB8-361C-42E7-9E6C-EC3EC9FD4B33}"/>
              </a:ext>
            </a:extLst>
          </p:cNvPr>
          <p:cNvSpPr>
            <a:spLocks xmlns:a="http://schemas.openxmlformats.org/drawingml/2006/main" noGrp="1"/>
          </p:cNvSpPr>
          <p:nvPr/>
        </p:nvSpPr>
        <p:spPr>
          <a:xfrm xmlns:a="http://schemas.openxmlformats.org/drawingml/2006/main">
            <a:off x="8001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
            <a:extLst xmlns:a="http://schemas.openxmlformats.org/drawingml/2006/main">
              <a:ext uri="{FF2B5EF4-FFF2-40B4-BE49-F238E27FC236}">
                <a16:creationId xmlns:a16="http://schemas.microsoft.com/office/drawing/2014/main" id="{200038F2-6CF0-4ECD-86EC-21081A5FDA2E}"/>
              </a:ext>
            </a:extLst>
          </p:cNvPr>
          <p:cNvSpPr>
            <a:spLocks xmlns:a="http://schemas.openxmlformats.org/drawingml/2006/main" noGrp="1"/>
          </p:cNvSpPr>
          <p:nvPr/>
        </p:nvSpPr>
        <p:spPr>
          <a:xfrm xmlns:a="http://schemas.openxmlformats.org/drawingml/2006/main">
            <a:off x="800100" y="4457700"/>
            <a:ext cx="21907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9B57C8-EC2F-4004-9379-FCBB46DD03FA}"/>
              </a:ext>
            </a:extLst>
          </p:cNvPr>
          <p:cNvSpPr>
            <a:spLocks xmlns:a="http://schemas.openxmlformats.org/drawingml/2006/main" noGrp="1"/>
          </p:cNvSpPr>
          <p:nvPr/>
        </p:nvSpPr>
        <p:spPr>
          <a:xfrm xmlns:a="http://schemas.openxmlformats.org/drawingml/2006/main">
            <a:off x="8001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
            <a:extLst xmlns:a="http://schemas.openxmlformats.org/drawingml/2006/main">
              <a:ext uri="{FF2B5EF4-FFF2-40B4-BE49-F238E27FC236}">
                <a16:creationId xmlns:a16="http://schemas.microsoft.com/office/drawing/2014/main" id="{C4C3186A-FF4F-4701-A352-E6AF7D05C93E}"/>
              </a:ext>
            </a:extLst>
          </p:cNvPr>
          <p:cNvSpPr>
            <a:spLocks xmlns:a="http://schemas.openxmlformats.org/drawingml/2006/main" noGrp="1"/>
          </p:cNvSpPr>
          <p:nvPr/>
        </p:nvSpPr>
        <p:spPr>
          <a:xfrm xmlns:a="http://schemas.openxmlformats.org/drawingml/2006/main">
            <a:off x="8001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
            <a:extLst xmlns:a="http://schemas.openxmlformats.org/drawingml/2006/main">
              <a:ext uri="{FF2B5EF4-FFF2-40B4-BE49-F238E27FC236}">
                <a16:creationId xmlns:a16="http://schemas.microsoft.com/office/drawing/2014/main" id="{21938BA3-1730-43D9-9225-0E0097B1F5D3}"/>
              </a:ext>
            </a:extLst>
          </p:cNvPr>
          <p:cNvSpPr>
            <a:spLocks xmlns:a="http://schemas.openxmlformats.org/drawingml/2006/main" noGrp="1"/>
          </p:cNvSpPr>
          <p:nvPr/>
        </p:nvSpPr>
        <p:spPr>
          <a:xfrm xmlns:a="http://schemas.openxmlformats.org/drawingml/2006/main">
            <a:off x="33909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C13444FA-0F4F-4932-AE7F-032907E3DCD7}"/>
              </a:ext>
            </a:extLst>
          </p:cNvPr>
          <p:cNvSpPr>
            <a:spLocks xmlns:a="http://schemas.openxmlformats.org/drawingml/2006/main" noGrp="1"/>
          </p:cNvSpPr>
          <p:nvPr/>
        </p:nvSpPr>
        <p:spPr>
          <a:xfrm xmlns:a="http://schemas.openxmlformats.org/drawingml/2006/main">
            <a:off x="35814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
            <a:extLst xmlns:a="http://schemas.openxmlformats.org/drawingml/2006/main">
              <a:ext uri="{FF2B5EF4-FFF2-40B4-BE49-F238E27FC236}">
                <a16:creationId xmlns:a16="http://schemas.microsoft.com/office/drawing/2014/main" id="{38F17D3E-A6FA-410F-BD9F-1CD21D2E2953}"/>
              </a:ext>
            </a:extLst>
          </p:cNvPr>
          <p:cNvSpPr>
            <a:spLocks xmlns:a="http://schemas.openxmlformats.org/drawingml/2006/main" noGrp="1"/>
          </p:cNvSpPr>
          <p:nvPr/>
        </p:nvSpPr>
        <p:spPr>
          <a:xfrm xmlns:a="http://schemas.openxmlformats.org/drawingml/2006/main">
            <a:off x="35814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
            <a:extLst xmlns:a="http://schemas.openxmlformats.org/drawingml/2006/main">
              <a:ext uri="{FF2B5EF4-FFF2-40B4-BE49-F238E27FC236}">
                <a16:creationId xmlns:a16="http://schemas.microsoft.com/office/drawing/2014/main" id="{EE76BD0B-8CB9-4CC5-8ADB-B9CEDB2BFA54}"/>
              </a:ext>
            </a:extLst>
          </p:cNvPr>
          <p:cNvSpPr>
            <a:spLocks xmlns:a="http://schemas.openxmlformats.org/drawingml/2006/main" noGrp="1"/>
          </p:cNvSpPr>
          <p:nvPr/>
        </p:nvSpPr>
        <p:spPr>
          <a:xfrm xmlns:a="http://schemas.openxmlformats.org/drawingml/2006/main">
            <a:off x="35814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
            <a:extLst xmlns:a="http://schemas.openxmlformats.org/drawingml/2006/main">
              <a:ext uri="{FF2B5EF4-FFF2-40B4-BE49-F238E27FC236}">
                <a16:creationId xmlns:a16="http://schemas.microsoft.com/office/drawing/2014/main" id="{C2CDED48-7E66-4FCA-B522-CD6AF9340FBF}"/>
              </a:ext>
            </a:extLst>
          </p:cNvPr>
          <p:cNvSpPr>
            <a:spLocks xmlns:a="http://schemas.openxmlformats.org/drawingml/2006/main" noGrp="1"/>
          </p:cNvSpPr>
          <p:nvPr/>
        </p:nvSpPr>
        <p:spPr>
          <a:xfrm xmlns:a="http://schemas.openxmlformats.org/drawingml/2006/main">
            <a:off x="35814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4A1D8C-2765-43C5-908F-1FF00436635F}"/>
              </a:ext>
            </a:extLst>
          </p:cNvPr>
          <p:cNvSpPr>
            <a:spLocks xmlns:a="http://schemas.openxmlformats.org/drawingml/2006/main" noGrp="1"/>
          </p:cNvSpPr>
          <p:nvPr/>
        </p:nvSpPr>
        <p:spPr>
          <a:xfrm xmlns:a="http://schemas.openxmlformats.org/drawingml/2006/main">
            <a:off x="35814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
            <a:extLst xmlns:a="http://schemas.openxmlformats.org/drawingml/2006/main">
              <a:ext uri="{FF2B5EF4-FFF2-40B4-BE49-F238E27FC236}">
                <a16:creationId xmlns:a16="http://schemas.microsoft.com/office/drawing/2014/main" id="{FAF5C526-6602-481C-9717-3633DB22D855}"/>
              </a:ext>
            </a:extLst>
          </p:cNvPr>
          <p:cNvSpPr>
            <a:spLocks xmlns:a="http://schemas.openxmlformats.org/drawingml/2006/main" noGrp="1"/>
          </p:cNvSpPr>
          <p:nvPr/>
        </p:nvSpPr>
        <p:spPr>
          <a:xfrm xmlns:a="http://schemas.openxmlformats.org/drawingml/2006/main">
            <a:off x="35814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
            <a:extLst xmlns:a="http://schemas.openxmlformats.org/drawingml/2006/main">
              <a:ext uri="{FF2B5EF4-FFF2-40B4-BE49-F238E27FC236}">
                <a16:creationId xmlns:a16="http://schemas.microsoft.com/office/drawing/2014/main" id="{FC3F9F7E-69A7-46F6-ADF8-57C5B28F6797}"/>
              </a:ext>
            </a:extLst>
          </p:cNvPr>
          <p:cNvSpPr>
            <a:spLocks xmlns:a="http://schemas.openxmlformats.org/drawingml/2006/main" noGrp="1"/>
          </p:cNvSpPr>
          <p:nvPr/>
        </p:nvSpPr>
        <p:spPr>
          <a:xfrm xmlns:a="http://schemas.openxmlformats.org/drawingml/2006/main">
            <a:off x="61722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E168A83B-0754-41BE-9A82-B7BAA4CB5DF9}"/>
              </a:ext>
            </a:extLst>
          </p:cNvPr>
          <p:cNvSpPr>
            <a:spLocks xmlns:a="http://schemas.openxmlformats.org/drawingml/2006/main" noGrp="1"/>
          </p:cNvSpPr>
          <p:nvPr/>
        </p:nvSpPr>
        <p:spPr>
          <a:xfrm xmlns:a="http://schemas.openxmlformats.org/drawingml/2006/main">
            <a:off x="63627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
            <a:extLst xmlns:a="http://schemas.openxmlformats.org/drawingml/2006/main">
              <a:ext uri="{FF2B5EF4-FFF2-40B4-BE49-F238E27FC236}">
                <a16:creationId xmlns:a16="http://schemas.microsoft.com/office/drawing/2014/main" id="{11E97EE4-6F5E-4A50-B3E5-E34B57C7F5FE}"/>
              </a:ext>
            </a:extLst>
          </p:cNvPr>
          <p:cNvSpPr>
            <a:spLocks xmlns:a="http://schemas.openxmlformats.org/drawingml/2006/main" noGrp="1"/>
          </p:cNvSpPr>
          <p:nvPr/>
        </p:nvSpPr>
        <p:spPr>
          <a:xfrm xmlns:a="http://schemas.openxmlformats.org/drawingml/2006/main">
            <a:off x="63627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
            <a:extLst xmlns:a="http://schemas.openxmlformats.org/drawingml/2006/main">
              <a:ext uri="{FF2B5EF4-FFF2-40B4-BE49-F238E27FC236}">
                <a16:creationId xmlns:a16="http://schemas.microsoft.com/office/drawing/2014/main" id="{59911A79-78D0-4E19-A4B6-150501A365AB}"/>
              </a:ext>
            </a:extLst>
          </p:cNvPr>
          <p:cNvSpPr>
            <a:spLocks xmlns:a="http://schemas.openxmlformats.org/drawingml/2006/main" noGrp="1"/>
          </p:cNvSpPr>
          <p:nvPr/>
        </p:nvSpPr>
        <p:spPr>
          <a:xfrm xmlns:a="http://schemas.openxmlformats.org/drawingml/2006/main">
            <a:off x="63627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
            <a:extLst xmlns:a="http://schemas.openxmlformats.org/drawingml/2006/main">
              <a:ext uri="{FF2B5EF4-FFF2-40B4-BE49-F238E27FC236}">
                <a16:creationId xmlns:a16="http://schemas.microsoft.com/office/drawing/2014/main" id="{3523FA9A-CF7D-4865-ACC7-A894451B8AA0}"/>
              </a:ext>
            </a:extLst>
          </p:cNvPr>
          <p:cNvSpPr>
            <a:spLocks xmlns:a="http://schemas.openxmlformats.org/drawingml/2006/main" noGrp="1"/>
          </p:cNvSpPr>
          <p:nvPr/>
        </p:nvSpPr>
        <p:spPr>
          <a:xfrm xmlns:a="http://schemas.openxmlformats.org/drawingml/2006/main">
            <a:off x="63627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2D75D6-1982-4974-B436-39F118AEB721}"/>
              </a:ext>
            </a:extLst>
          </p:cNvPr>
          <p:cNvSpPr>
            <a:spLocks xmlns:a="http://schemas.openxmlformats.org/drawingml/2006/main" noGrp="1"/>
          </p:cNvSpPr>
          <p:nvPr/>
        </p:nvSpPr>
        <p:spPr>
          <a:xfrm xmlns:a="http://schemas.openxmlformats.org/drawingml/2006/main">
            <a:off x="63627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
            <a:extLst xmlns:a="http://schemas.openxmlformats.org/drawingml/2006/main">
              <a:ext uri="{FF2B5EF4-FFF2-40B4-BE49-F238E27FC236}">
                <a16:creationId xmlns:a16="http://schemas.microsoft.com/office/drawing/2014/main" id="{E5061942-B642-4841-9CAE-36964F41A7C4}"/>
              </a:ext>
            </a:extLst>
          </p:cNvPr>
          <p:cNvSpPr>
            <a:spLocks xmlns:a="http://schemas.openxmlformats.org/drawingml/2006/main" noGrp="1"/>
          </p:cNvSpPr>
          <p:nvPr/>
        </p:nvSpPr>
        <p:spPr>
          <a:xfrm xmlns:a="http://schemas.openxmlformats.org/drawingml/2006/main">
            <a:off x="63627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
            <a:extLst xmlns:a="http://schemas.openxmlformats.org/drawingml/2006/main">
              <a:ext uri="{FF2B5EF4-FFF2-40B4-BE49-F238E27FC236}">
                <a16:creationId xmlns:a16="http://schemas.microsoft.com/office/drawing/2014/main" id="{E955FA2E-650F-4C41-92CD-8795BF949387}"/>
              </a:ext>
            </a:extLst>
          </p:cNvPr>
          <p:cNvSpPr>
            <a:spLocks xmlns:a="http://schemas.openxmlformats.org/drawingml/2006/main" noGrp="1"/>
          </p:cNvSpPr>
          <p:nvPr/>
        </p:nvSpPr>
        <p:spPr>
          <a:xfrm xmlns:a="http://schemas.openxmlformats.org/drawingml/2006/main">
            <a:off x="89535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8B457C6E-8518-4C75-8858-710D7BC50FDC}"/>
              </a:ext>
            </a:extLst>
          </p:cNvPr>
          <p:cNvSpPr>
            <a:spLocks xmlns:a="http://schemas.openxmlformats.org/drawingml/2006/main" noGrp="1"/>
          </p:cNvSpPr>
          <p:nvPr/>
        </p:nvSpPr>
        <p:spPr>
          <a:xfrm xmlns:a="http://schemas.openxmlformats.org/drawingml/2006/main">
            <a:off x="91440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
            <a:extLst xmlns:a="http://schemas.openxmlformats.org/drawingml/2006/main">
              <a:ext uri="{FF2B5EF4-FFF2-40B4-BE49-F238E27FC236}">
                <a16:creationId xmlns:a16="http://schemas.microsoft.com/office/drawing/2014/main" id="{B2F8431C-AA3B-4D0F-A85D-5E8104F2F12E}"/>
              </a:ext>
            </a:extLst>
          </p:cNvPr>
          <p:cNvSpPr>
            <a:spLocks xmlns:a="http://schemas.openxmlformats.org/drawingml/2006/main" noGrp="1"/>
          </p:cNvSpPr>
          <p:nvPr/>
        </p:nvSpPr>
        <p:spPr>
          <a:xfrm xmlns:a="http://schemas.openxmlformats.org/drawingml/2006/main">
            <a:off x="91440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
            <a:extLst xmlns:a="http://schemas.openxmlformats.org/drawingml/2006/main">
              <a:ext uri="{FF2B5EF4-FFF2-40B4-BE49-F238E27FC236}">
                <a16:creationId xmlns:a16="http://schemas.microsoft.com/office/drawing/2014/main" id="{8D10DE02-CBB9-42DB-A48A-7C19C69B2C90}"/>
              </a:ext>
            </a:extLst>
          </p:cNvPr>
          <p:cNvSpPr>
            <a:spLocks xmlns:a="http://schemas.openxmlformats.org/drawingml/2006/main" noGrp="1"/>
          </p:cNvSpPr>
          <p:nvPr/>
        </p:nvSpPr>
        <p:spPr>
          <a:xfrm xmlns:a="http://schemas.openxmlformats.org/drawingml/2006/main">
            <a:off x="91440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
            <a:extLst xmlns:a="http://schemas.openxmlformats.org/drawingml/2006/main">
              <a:ext uri="{FF2B5EF4-FFF2-40B4-BE49-F238E27FC236}">
                <a16:creationId xmlns:a16="http://schemas.microsoft.com/office/drawing/2014/main" id="{06FC38F8-F7FD-43AB-8834-17D2AA14A757}"/>
              </a:ext>
            </a:extLst>
          </p:cNvPr>
          <p:cNvSpPr>
            <a:spLocks xmlns:a="http://schemas.openxmlformats.org/drawingml/2006/main" noGrp="1"/>
          </p:cNvSpPr>
          <p:nvPr/>
        </p:nvSpPr>
        <p:spPr>
          <a:xfrm xmlns:a="http://schemas.openxmlformats.org/drawingml/2006/main">
            <a:off x="91440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E252B2C-B697-4464-9643-D0A4163DCC7D}"/>
              </a:ext>
            </a:extLst>
          </p:cNvPr>
          <p:cNvSpPr>
            <a:spLocks xmlns:a="http://schemas.openxmlformats.org/drawingml/2006/main" noGrp="1"/>
          </p:cNvSpPr>
          <p:nvPr/>
        </p:nvSpPr>
        <p:spPr>
          <a:xfrm xmlns:a="http://schemas.openxmlformats.org/drawingml/2006/main">
            <a:off x="91440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
            <a:extLst xmlns:a="http://schemas.openxmlformats.org/drawingml/2006/main">
              <a:ext uri="{FF2B5EF4-FFF2-40B4-BE49-F238E27FC236}">
                <a16:creationId xmlns:a16="http://schemas.microsoft.com/office/drawing/2014/main" id="{F6B18A1A-C27B-436F-A2EA-7724A19E4EFF}"/>
              </a:ext>
            </a:extLst>
          </p:cNvPr>
          <p:cNvSpPr>
            <a:spLocks xmlns:a="http://schemas.openxmlformats.org/drawingml/2006/main" noGrp="1"/>
          </p:cNvSpPr>
          <p:nvPr/>
        </p:nvSpPr>
        <p:spPr>
          <a:xfrm xmlns:a="http://schemas.openxmlformats.org/drawingml/2006/main">
            <a:off x="91440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sld>
</file>

<file path=ppt/slides/slide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3B6E8E1-726D-4109-AC7B-2718B7930B5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8E54C4-EEE8-407A-BBD6-AA9866F44A35}"/>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870200-A794-43D3-826E-EE5E570A33A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
            <a:extLst xmlns:a="http://schemas.openxmlformats.org/drawingml/2006/main">
              <a:ext uri="{FF2B5EF4-FFF2-40B4-BE49-F238E27FC236}">
                <a16:creationId xmlns:a16="http://schemas.microsoft.com/office/drawing/2014/main" id="{94970D30-DFC0-4BCD-B46E-DDB6185A0FE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expose the uncertainty</a:t>
            </a:r>
          </a:p>
        </p:txBody>
      </p:sp>
      <p:sp>
        <p:nvSpPr>
          <p:cNvPr id="5" name="">
            <a:extLst xmlns:a="http://schemas.openxmlformats.org/drawingml/2006/main">
              <a:ext uri="{FF2B5EF4-FFF2-40B4-BE49-F238E27FC236}">
                <a16:creationId xmlns:a16="http://schemas.microsoft.com/office/drawing/2014/main" id="{181BD1AA-5FEA-4CE5-9907-022C741A240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93 / 85.5 / 77; under the 60/40 scenario every option can still rank first.</a:t>
            </a:r>
          </a:p>
        </p:txBody>
      </p:sp>
      <p:sp>
        <p:nvSpPr>
          <p:cNvPr id="6" name="">
            <a:extLst xmlns:a="http://schemas.openxmlformats.org/drawingml/2006/main">
              <a:ext uri="{FF2B5EF4-FFF2-40B4-BE49-F238E27FC236}">
                <a16:creationId xmlns:a16="http://schemas.microsoft.com/office/drawing/2014/main" id="{F4365574-DBC6-4924-BFDB-A8C49F625B4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D3D8221-D075-4251-B1D4-050A21F78560}"/>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c36ad9c07e14534"/>
              </a:rPr>
              <a:t>Repo reference</a:t>
            </a:r>
            <a:r>
              <a:rPr sz="825">
                <a:solidFill>
                  <a:srgbClr val="666762"/>
                </a:solidFill>
              </a:rPr>
              <a:t>  ·  </a:t>
            </a:r>
            <a:r>
              <a:rPr sz="825" u="sng">
                <a:solidFill>
                  <a:srgbClr val="666762"/>
                </a:solidFill>
                <a:hlinkClick xmlns:r="http://schemas.openxmlformats.org/officeDocument/2006/relationships" r:id="Rf7a64300c105432a"/>
              </a:rPr>
              <a:t>Official docs</a:t>
            </a:r>
          </a:p>
        </p:txBody>
      </p:sp>
      <p:sp>
        <p:nvSpPr>
          <p:cNvPr id="8" name="">
            <a:extLst xmlns:a="http://schemas.openxmlformats.org/drawingml/2006/main">
              <a:ext uri="{FF2B5EF4-FFF2-40B4-BE49-F238E27FC236}">
                <a16:creationId xmlns:a16="http://schemas.microsoft.com/office/drawing/2014/main" id="{E142CEE8-740E-41C1-98E8-7D7A1D2FF44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
            <a:extLst xmlns:a="http://schemas.openxmlformats.org/drawingml/2006/main">
              <a:ext uri="{FF2B5EF4-FFF2-40B4-BE49-F238E27FC236}">
                <a16:creationId xmlns:a16="http://schemas.microsoft.com/office/drawing/2014/main" id="{69BAD91C-9C83-4F6F-BD35-6344F9645FBB}"/>
              </a:ext>
            </a:extLst>
          </p:cNvPr>
          <p:cNvSpPr>
            <a:spLocks xmlns:a="http://schemas.openxmlformats.org/drawingml/2006/main" noGrp="1"/>
          </p:cNvSpPr>
          <p:nvPr/>
        </p:nvSpPr>
        <p:spPr>
          <a:xfrm xmlns:a="http://schemas.openxmlformats.org/drawingml/2006/main">
            <a:off x="685800" y="2466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
            <a:extLst xmlns:a="http://schemas.openxmlformats.org/drawingml/2006/main">
              <a:ext uri="{FF2B5EF4-FFF2-40B4-BE49-F238E27FC236}">
                <a16:creationId xmlns:a16="http://schemas.microsoft.com/office/drawing/2014/main" id="{319920B8-1C17-434F-A591-E1CD29536F20}"/>
              </a:ext>
            </a:extLst>
          </p:cNvPr>
          <p:cNvSpPr>
            <a:spLocks xmlns:a="http://schemas.openxmlformats.org/drawingml/2006/main" noGrp="1"/>
          </p:cNvSpPr>
          <p:nvPr/>
        </p:nvSpPr>
        <p:spPr>
          <a:xfrm xmlns:a="http://schemas.openxmlformats.org/drawingml/2006/main">
            <a:off x="2266950" y="252412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098EC1-3A48-4E50-8D2E-878CC67DD359}"/>
              </a:ext>
            </a:extLst>
          </p:cNvPr>
          <p:cNvSpPr>
            <a:spLocks xmlns:a="http://schemas.openxmlformats.org/drawingml/2006/main" noGrp="1"/>
          </p:cNvSpPr>
          <p:nvPr/>
        </p:nvSpPr>
        <p:spPr>
          <a:xfrm xmlns:a="http://schemas.openxmlformats.org/drawingml/2006/main">
            <a:off x="2266950" y="2524125"/>
            <a:ext cx="5757863" cy="27622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601B09-5D06-4C95-8D2E-59BD786F0396}"/>
              </a:ext>
            </a:extLst>
          </p:cNvPr>
          <p:cNvSpPr>
            <a:spLocks xmlns:a="http://schemas.openxmlformats.org/drawingml/2006/main" noGrp="1"/>
          </p:cNvSpPr>
          <p:nvPr/>
        </p:nvSpPr>
        <p:spPr>
          <a:xfrm xmlns:a="http://schemas.openxmlformats.org/drawingml/2006/main">
            <a:off x="8629650" y="241935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
            <a:extLst xmlns:a="http://schemas.openxmlformats.org/drawingml/2006/main">
              <a:ext uri="{FF2B5EF4-FFF2-40B4-BE49-F238E27FC236}">
                <a16:creationId xmlns:a16="http://schemas.microsoft.com/office/drawing/2014/main" id="{C012F067-A385-41DA-A223-53435F134E4E}"/>
              </a:ext>
            </a:extLst>
          </p:cNvPr>
          <p:cNvSpPr>
            <a:spLocks xmlns:a="http://schemas.openxmlformats.org/drawingml/2006/main" noGrp="1"/>
          </p:cNvSpPr>
          <p:nvPr/>
        </p:nvSpPr>
        <p:spPr>
          <a:xfrm xmlns:a="http://schemas.openxmlformats.org/drawingml/2006/main">
            <a:off x="685800" y="34671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
            <a:extLst xmlns:a="http://schemas.openxmlformats.org/drawingml/2006/main">
              <a:ext uri="{FF2B5EF4-FFF2-40B4-BE49-F238E27FC236}">
                <a16:creationId xmlns:a16="http://schemas.microsoft.com/office/drawing/2014/main" id="{FD6EED57-9867-4BBD-AA2A-7DF9E4696B09}"/>
              </a:ext>
            </a:extLst>
          </p:cNvPr>
          <p:cNvSpPr>
            <a:spLocks xmlns:a="http://schemas.openxmlformats.org/drawingml/2006/main" noGrp="1"/>
          </p:cNvSpPr>
          <p:nvPr/>
        </p:nvSpPr>
        <p:spPr>
          <a:xfrm xmlns:a="http://schemas.openxmlformats.org/drawingml/2006/main">
            <a:off x="2266950" y="3524250"/>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DA2620D-85B5-405D-BEB7-1A1436598784}"/>
              </a:ext>
            </a:extLst>
          </p:cNvPr>
          <p:cNvSpPr>
            <a:spLocks xmlns:a="http://schemas.openxmlformats.org/drawingml/2006/main" noGrp="1"/>
          </p:cNvSpPr>
          <p:nvPr/>
        </p:nvSpPr>
        <p:spPr>
          <a:xfrm xmlns:a="http://schemas.openxmlformats.org/drawingml/2006/main">
            <a:off x="2266950" y="3524250"/>
            <a:ext cx="5293519" cy="27622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DF9875-E2A0-4403-93AD-0C39EA38CFF6}"/>
              </a:ext>
            </a:extLst>
          </p:cNvPr>
          <p:cNvSpPr>
            <a:spLocks xmlns:a="http://schemas.openxmlformats.org/drawingml/2006/main" noGrp="1"/>
          </p:cNvSpPr>
          <p:nvPr/>
        </p:nvSpPr>
        <p:spPr>
          <a:xfrm xmlns:a="http://schemas.openxmlformats.org/drawingml/2006/main">
            <a:off x="8629650" y="3419475"/>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
            <a:extLst xmlns:a="http://schemas.openxmlformats.org/drawingml/2006/main">
              <a:ext uri="{FF2B5EF4-FFF2-40B4-BE49-F238E27FC236}">
                <a16:creationId xmlns:a16="http://schemas.microsoft.com/office/drawing/2014/main" id="{AF819648-71D0-49FF-94A6-C6255A01FCF2}"/>
              </a:ext>
            </a:extLst>
          </p:cNvPr>
          <p:cNvSpPr>
            <a:spLocks xmlns:a="http://schemas.openxmlformats.org/drawingml/2006/main" noGrp="1"/>
          </p:cNvSpPr>
          <p:nvPr/>
        </p:nvSpPr>
        <p:spPr>
          <a:xfrm xmlns:a="http://schemas.openxmlformats.org/drawingml/2006/main">
            <a:off x="685800" y="446722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
            <a:extLst xmlns:a="http://schemas.openxmlformats.org/drawingml/2006/main">
              <a:ext uri="{FF2B5EF4-FFF2-40B4-BE49-F238E27FC236}">
                <a16:creationId xmlns:a16="http://schemas.microsoft.com/office/drawing/2014/main" id="{87C02D5A-0937-4D0F-B745-AAEDAC2DA6F0}"/>
              </a:ext>
            </a:extLst>
          </p:cNvPr>
          <p:cNvSpPr>
            <a:spLocks xmlns:a="http://schemas.openxmlformats.org/drawingml/2006/main" noGrp="1"/>
          </p:cNvSpPr>
          <p:nvPr/>
        </p:nvSpPr>
        <p:spPr>
          <a:xfrm xmlns:a="http://schemas.openxmlformats.org/drawingml/2006/main">
            <a:off x="2266950" y="452437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3E95F9-768B-4AEA-AF39-DF47D648C3F0}"/>
              </a:ext>
            </a:extLst>
          </p:cNvPr>
          <p:cNvSpPr>
            <a:spLocks xmlns:a="http://schemas.openxmlformats.org/drawingml/2006/main" noGrp="1"/>
          </p:cNvSpPr>
          <p:nvPr/>
        </p:nvSpPr>
        <p:spPr>
          <a:xfrm xmlns:a="http://schemas.openxmlformats.org/drawingml/2006/main">
            <a:off x="2266950" y="4524375"/>
            <a:ext cx="4767263" cy="2762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C54387A-EEB1-4CF9-9B09-76A746C8866D}"/>
              </a:ext>
            </a:extLst>
          </p:cNvPr>
          <p:cNvSpPr>
            <a:spLocks xmlns:a="http://schemas.openxmlformats.org/drawingml/2006/main" noGrp="1"/>
          </p:cNvSpPr>
          <p:nvPr/>
        </p:nvSpPr>
        <p:spPr>
          <a:xfrm xmlns:a="http://schemas.openxmlformats.org/drawingml/2006/main">
            <a:off x="8629650" y="441960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
            <a:extLst xmlns:a="http://schemas.openxmlformats.org/drawingml/2006/main">
              <a:ext uri="{FF2B5EF4-FFF2-40B4-BE49-F238E27FC236}">
                <a16:creationId xmlns:a16="http://schemas.microsoft.com/office/drawing/2014/main" id="{A3F5F95E-E20F-4529-BA93-A73E3386A4E8}"/>
              </a:ext>
            </a:extLst>
          </p:cNvPr>
          <p:cNvSpPr>
            <a:spLocks xmlns:a="http://schemas.openxmlformats.org/drawingml/2006/main" noGrp="1"/>
          </p:cNvSpPr>
          <p:nvPr/>
        </p:nvSpPr>
        <p:spPr>
          <a:xfrm xmlns:a="http://schemas.openxmlformats.org/drawingml/2006/main">
            <a:off x="9525000" y="228600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lnSpc>
                <a:spcPct val="100000"/>
              </a:lnSpc>
              <a:buNone/>
              <a:defRPr sz="1050" b="1" i="0">
                <a:solidFill>
                  <a:srgbClr val="686A66"/>
                </a:solidFill>
                <a:latin typeface="Arial"/>
                <a:ea typeface="Arial"/>
                <a:cs typeface="Arial"/>
              </a:defRPr>
            </a:pPr>
            <a:r>
              <a:rPr sz="1050" b="1" i="0">
                <a:solidFill>
                  <a:srgbClr val="686A66"/>
                </a:solidFill>
                <a:latin typeface="Arial"/>
                <a:ea typeface="Arial"/>
                <a:cs typeface="Arial"/>
              </a:rPr>
              <a:t>Range</a:t>
            </a:r>
          </a:p>
        </p:txBody>
      </p:sp>
      <p:sp>
        <p:nvSpPr>
          <p:cNvPr id="22" name="">
            <a:extLst xmlns:a="http://schemas.openxmlformats.org/drawingml/2006/main">
              <a:ext uri="{FF2B5EF4-FFF2-40B4-BE49-F238E27FC236}">
                <a16:creationId xmlns:a16="http://schemas.microsoft.com/office/drawing/2014/main" id="{C9D148AD-B0EB-4101-B2E4-8962285509AE}"/>
              </a:ext>
            </a:extLst>
          </p:cNvPr>
          <p:cNvSpPr>
            <a:spLocks xmlns:a="http://schemas.openxmlformats.org/drawingml/2006/main" noGrp="1"/>
          </p:cNvSpPr>
          <p:nvPr/>
        </p:nvSpPr>
        <p:spPr>
          <a:xfrm xmlns:a="http://schemas.openxmlformats.org/drawingml/2006/main">
            <a:off x="9525000" y="2609850"/>
            <a:ext cx="12573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a:bodyPr>
          <a:lstStyle xmlns:a="http://schemas.openxmlformats.org/drawingml/2006/main"/>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
            </a:r>
          </a:p>
        </p:txBody>
      </p:sp>
      <p:sp>
        <p:nvSpPr>
          <p:cNvPr id="23" name="">
            <a:extLst xmlns:a="http://schemas.openxmlformats.org/drawingml/2006/main">
              <a:ext uri="{FF2B5EF4-FFF2-40B4-BE49-F238E27FC236}">
                <a16:creationId xmlns:a16="http://schemas.microsoft.com/office/drawing/2014/main" id="{E65A7922-47DA-4DE7-8D6D-2CCAD7253E25}"/>
              </a:ext>
            </a:extLst>
          </p:cNvPr>
          <p:cNvSpPr>
            <a:spLocks xmlns:a="http://schemas.openxmlformats.org/drawingml/2006/main" noGrp="1"/>
          </p:cNvSpPr>
          <p:nvPr/>
        </p:nvSpPr>
        <p:spPr>
          <a:xfrm xmlns:a="http://schemas.openxmlformats.org/drawingml/2006/main">
            <a:off x="10801350" y="22860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lnSpc>
                <a:spcPct val="100000"/>
              </a:lnSpc>
              <a:buNone/>
              <a:defRPr sz="1050" b="1" i="0">
                <a:solidFill>
                  <a:srgbClr val="5537D6"/>
                </a:solidFill>
                <a:latin typeface="Arial"/>
                <a:ea typeface="Arial"/>
                <a:cs typeface="Arial"/>
              </a:defRPr>
            </a:pPr>
            <a:r>
              <a:rPr sz="1050" b="1" i="0">
                <a:solidFill>
                  <a:srgbClr val="5537D6"/>
                </a:solidFill>
                <a:latin typeface="Arial"/>
                <a:ea typeface="Arial"/>
                <a:cs typeface="Arial"/>
              </a:rPr>
              <a:t>Midpoint*</a:t>
            </a:r>
          </a:p>
        </p:txBody>
      </p:sp>
      <p:sp>
        <p:nvSpPr>
          <p:cNvPr id="24" name="">
            <a:extLst xmlns:a="http://schemas.openxmlformats.org/drawingml/2006/main">
              <a:ext uri="{FF2B5EF4-FFF2-40B4-BE49-F238E27FC236}">
                <a16:creationId xmlns:a16="http://schemas.microsoft.com/office/drawing/2014/main" id="{E23E8704-F307-4161-B225-F82479DE3E7C}"/>
              </a:ext>
            </a:extLst>
          </p:cNvPr>
          <p:cNvSpPr>
            <a:spLocks xmlns:a="http://schemas.openxmlformats.org/drawingml/2006/main" noGrp="1"/>
          </p:cNvSpPr>
          <p:nvPr/>
        </p:nvSpPr>
        <p:spPr>
          <a:xfrm xmlns:a="http://schemas.openxmlformats.org/drawingml/2006/main">
            <a:off x="10820400" y="2609850"/>
            <a:ext cx="6858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a:bodyPr>
          <a:lstStyle xmlns:a="http://schemas.openxmlformats.org/drawingml/2006/main"/>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
            </a:r>
          </a:p>
        </p:txBody>
      </p:sp>
      <p:sp>
        <p:nvSpPr>
          <p:cNvPr id="25" name="">
            <a:extLst xmlns:a="http://schemas.openxmlformats.org/drawingml/2006/main">
              <a:ext uri="{FF2B5EF4-FFF2-40B4-BE49-F238E27FC236}">
                <a16:creationId xmlns:a16="http://schemas.microsoft.com/office/drawing/2014/main" id="{865FB550-5B98-4854-9FD4-914A9ECB9566}"/>
              </a:ext>
            </a:extLst>
          </p:cNvPr>
          <p:cNvSpPr>
            <a:spLocks xmlns:a="http://schemas.openxmlformats.org/drawingml/2006/main" noGrp="1"/>
          </p:cNvSpPr>
          <p:nvPr/>
        </p:nvSpPr>
        <p:spPr>
          <a:xfrm xmlns:a="http://schemas.openxmlformats.org/drawingml/2006/main">
            <a:off x="685800" y="5391150"/>
            <a:ext cx="108013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B5D57E-D4C0-4C20-9908-9790BAE0E40F}"/>
              </a:ext>
            </a:extLst>
          </p:cNvPr>
          <p:cNvSpPr>
            <a:spLocks xmlns:a="http://schemas.openxmlformats.org/drawingml/2006/main" noGrp="1"/>
          </p:cNvSpPr>
          <p:nvPr/>
        </p:nvSpPr>
        <p:spPr>
          <a:xfrm xmlns:a="http://schemas.openxmlformats.org/drawingml/2006/main">
            <a:off x="685800" y="5619750"/>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306"/>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PROVISIONAL — NOT A DECISION SCORE</a:t>
            </a:r>
          </a:p>
        </p:txBody>
      </p:sp>
      <p:sp>
        <p:nvSpPr>
          <p:cNvPr id="27" name="">
            <a:extLst xmlns:a="http://schemas.openxmlformats.org/drawingml/2006/main">
              <a:ext uri="{FF2B5EF4-FFF2-40B4-BE49-F238E27FC236}">
                <a16:creationId xmlns:a16="http://schemas.microsoft.com/office/drawing/2014/main" id="{D82D660B-AC6B-4F1F-987F-E8918FCAB6DB}"/>
              </a:ext>
            </a:extLst>
          </p:cNvPr>
          <p:cNvSpPr>
            <a:spLocks xmlns:a="http://schemas.openxmlformats.org/drawingml/2006/main" noGrp="1"/>
          </p:cNvSpPr>
          <p:nvPr/>
        </p:nvSpPr>
        <p:spPr>
          <a:xfrm xmlns:a="http://schemas.openxmlformats.org/drawingml/2006/main">
            <a:off x="4800600" y="5648325"/>
            <a:ext cx="662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i="0">
                <a:solidFill>
                  <a:srgbClr val="686A66"/>
                </a:solidFill>
                <a:latin typeface="Arial"/>
                <a:ea typeface="Arial"/>
                <a:cs typeface="Arial"/>
              </a:defRPr>
            </a:pPr>
            <a:r>
              <a:rPr sz="1275" b="0" i="0">
                <a:solidFill>
                  <a:srgbClr val="686A66"/>
                </a:solidFill>
                <a:latin typeface="Arial"/>
                <a:ea typeface="Arial"/>
                <a:cs typeface="Arial"/>
              </a:rPr>
              <a:t>Ranges overlap · Apigee reverses Kong with +1.125 average GRS · 0% common evidence · HOLD</a:t>
            </a:r>
          </a:p>
        </p:txBody>
      </p:sp>
      <p:sp>
        <p:nvSpPr>
          <p:cNvPr id="29" name="scenario-range-0">
            <a:extLst xmlns:a="http://schemas.openxmlformats.org/drawingml/2006/main">
              <a:ext uri="{FF2B5EF4-FFF2-40B4-BE49-F238E27FC236}">
                <a16:creationId xmlns:a16="http://schemas.microsoft.com/office/drawing/2014/main" id="{88D2EC14-8E8C-4751-9FA8-F5207BD2FAE6}"/>
              </a:ext>
            </a:extLst>
          </p:cNvPr>
          <p:cNvSpPr>
            <a:spLocks xmlns:a="http://schemas.openxmlformats.org/drawingml/2006/main" noGrp="1"/>
          </p:cNvSpPr>
          <p:nvPr/>
        </p:nvSpPr>
        <p:spPr>
          <a:xfrm xmlns:a="http://schemas.openxmlformats.org/drawingml/2006/main">
            <a:off x="9525000" y="2419350"/>
            <a:ext cx="12573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a:solidFill>
                  <a:srgbClr val="93948F"/>
                </a:solidFill>
                <a:latin typeface="Arial"/>
                <a:ea typeface="Arial"/>
                <a:cs typeface="Arial"/>
              </a:defRPr>
            </a:pPr>
            <a:r>
              <a:rPr sz="1350">
                <a:solidFill>
                  <a:srgbClr val="93948F"/>
                </a:solidFill>
                <a:latin typeface="Arial"/>
                <a:ea typeface="Arial"/>
                <a:cs typeface="Arial"/>
              </a:rPr>
              <a:t>55.8–95.8</a:t>
            </a:r>
          </a:p>
        </p:txBody>
      </p:sp>
      <p:sp>
        <p:nvSpPr>
          <p:cNvPr id="30" name="scenario-midpoint-0">
            <a:extLst xmlns:a="http://schemas.openxmlformats.org/drawingml/2006/main">
              <a:ext uri="{FF2B5EF4-FFF2-40B4-BE49-F238E27FC236}">
                <a16:creationId xmlns:a16="http://schemas.microsoft.com/office/drawing/2014/main" id="{BE6CB745-921F-409F-98AE-B27050184E55}"/>
              </a:ext>
            </a:extLst>
          </p:cNvPr>
          <p:cNvSpPr>
            <a:spLocks xmlns:a="http://schemas.openxmlformats.org/drawingml/2006/main" noGrp="1"/>
          </p:cNvSpPr>
          <p:nvPr/>
        </p:nvSpPr>
        <p:spPr>
          <a:xfrm xmlns:a="http://schemas.openxmlformats.org/drawingml/2006/main">
            <a:off x="10820400" y="2419350"/>
            <a:ext cx="6858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800">
                <a:solidFill>
                  <a:srgbClr val="5537D6"/>
                </a:solidFill>
                <a:latin typeface="Arial"/>
                <a:ea typeface="Arial"/>
                <a:cs typeface="Arial"/>
              </a:defRPr>
            </a:pPr>
            <a:r>
              <a:rPr sz="1800">
                <a:solidFill>
                  <a:srgbClr val="5537D6"/>
                </a:solidFill>
                <a:latin typeface="Arial"/>
                <a:ea typeface="Arial"/>
                <a:cs typeface="Arial"/>
              </a:rPr>
              <a:t>75.8</a:t>
            </a:r>
          </a:p>
        </p:txBody>
      </p:sp>
      <p:sp>
        <p:nvSpPr>
          <p:cNvPr id="31" name="scenario-range-1">
            <a:extLst xmlns:a="http://schemas.openxmlformats.org/drawingml/2006/main">
              <a:ext uri="{FF2B5EF4-FFF2-40B4-BE49-F238E27FC236}">
                <a16:creationId xmlns:a16="http://schemas.microsoft.com/office/drawing/2014/main" id="{0BAD96F1-9E88-4126-BBF2-BA8B12883B75}"/>
              </a:ext>
            </a:extLst>
          </p:cNvPr>
          <p:cNvSpPr>
            <a:spLocks xmlns:a="http://schemas.openxmlformats.org/drawingml/2006/main" noGrp="1"/>
          </p:cNvSpPr>
          <p:nvPr/>
        </p:nvSpPr>
        <p:spPr>
          <a:xfrm xmlns:a="http://schemas.openxmlformats.org/drawingml/2006/main">
            <a:off x="9525000" y="3419475"/>
            <a:ext cx="12573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a:solidFill>
                  <a:srgbClr val="93948F"/>
                </a:solidFill>
                <a:latin typeface="Arial"/>
                <a:ea typeface="Arial"/>
                <a:cs typeface="Arial"/>
              </a:defRPr>
            </a:pPr>
            <a:r>
              <a:rPr sz="1350">
                <a:solidFill>
                  <a:srgbClr val="93948F"/>
                </a:solidFill>
                <a:latin typeface="Arial"/>
                <a:ea typeface="Arial"/>
                <a:cs typeface="Arial"/>
              </a:rPr>
              <a:t>51.3–91.3</a:t>
            </a:r>
          </a:p>
        </p:txBody>
      </p:sp>
      <p:sp>
        <p:nvSpPr>
          <p:cNvPr id="32" name="scenario-midpoint-1">
            <a:extLst xmlns:a="http://schemas.openxmlformats.org/drawingml/2006/main">
              <a:ext uri="{FF2B5EF4-FFF2-40B4-BE49-F238E27FC236}">
                <a16:creationId xmlns:a16="http://schemas.microsoft.com/office/drawing/2014/main" id="{DA786984-F74E-4414-AA0D-E5438B7E034F}"/>
              </a:ext>
            </a:extLst>
          </p:cNvPr>
          <p:cNvSpPr>
            <a:spLocks xmlns:a="http://schemas.openxmlformats.org/drawingml/2006/main" noGrp="1"/>
          </p:cNvSpPr>
          <p:nvPr/>
        </p:nvSpPr>
        <p:spPr>
          <a:xfrm xmlns:a="http://schemas.openxmlformats.org/drawingml/2006/main">
            <a:off x="10820400" y="3419475"/>
            <a:ext cx="6858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800">
                <a:solidFill>
                  <a:srgbClr val="5537D6"/>
                </a:solidFill>
                <a:latin typeface="Arial"/>
                <a:ea typeface="Arial"/>
                <a:cs typeface="Arial"/>
              </a:defRPr>
            </a:pPr>
            <a:r>
              <a:rPr sz="1800">
                <a:solidFill>
                  <a:srgbClr val="5537D6"/>
                </a:solidFill>
                <a:latin typeface="Arial"/>
                <a:ea typeface="Arial"/>
                <a:cs typeface="Arial"/>
              </a:rPr>
              <a:t>71.3</a:t>
            </a:r>
          </a:p>
        </p:txBody>
      </p:sp>
      <p:sp>
        <p:nvSpPr>
          <p:cNvPr id="33" name="scenario-range-2">
            <a:extLst xmlns:a="http://schemas.openxmlformats.org/drawingml/2006/main">
              <a:ext uri="{FF2B5EF4-FFF2-40B4-BE49-F238E27FC236}">
                <a16:creationId xmlns:a16="http://schemas.microsoft.com/office/drawing/2014/main" id="{C5F24B97-5C1F-4542-9381-71A1F0B14D5A}"/>
              </a:ext>
            </a:extLst>
          </p:cNvPr>
          <p:cNvSpPr>
            <a:spLocks xmlns:a="http://schemas.openxmlformats.org/drawingml/2006/main" noGrp="1"/>
          </p:cNvSpPr>
          <p:nvPr/>
        </p:nvSpPr>
        <p:spPr>
          <a:xfrm xmlns:a="http://schemas.openxmlformats.org/drawingml/2006/main">
            <a:off x="9525000" y="4419600"/>
            <a:ext cx="12573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a:solidFill>
                  <a:srgbClr val="93948F"/>
                </a:solidFill>
                <a:latin typeface="Arial"/>
                <a:ea typeface="Arial"/>
                <a:cs typeface="Arial"/>
              </a:defRPr>
            </a:pPr>
            <a:r>
              <a:rPr sz="1350">
                <a:solidFill>
                  <a:srgbClr val="93948F"/>
                </a:solidFill>
                <a:latin typeface="Arial"/>
                <a:ea typeface="Arial"/>
                <a:cs typeface="Arial"/>
              </a:rPr>
              <a:t>46.2–86.2</a:t>
            </a:r>
          </a:p>
        </p:txBody>
      </p:sp>
      <p:sp>
        <p:nvSpPr>
          <p:cNvPr id="34" name="scenario-midpoint-2">
            <a:extLst xmlns:a="http://schemas.openxmlformats.org/drawingml/2006/main">
              <a:ext uri="{FF2B5EF4-FFF2-40B4-BE49-F238E27FC236}">
                <a16:creationId xmlns:a16="http://schemas.microsoft.com/office/drawing/2014/main" id="{9136AE07-EE64-42D0-8DD3-8EAFC2A6A9C5}"/>
              </a:ext>
            </a:extLst>
          </p:cNvPr>
          <p:cNvSpPr>
            <a:spLocks xmlns:a="http://schemas.openxmlformats.org/drawingml/2006/main" noGrp="1"/>
          </p:cNvSpPr>
          <p:nvPr/>
        </p:nvSpPr>
        <p:spPr>
          <a:xfrm xmlns:a="http://schemas.openxmlformats.org/drawingml/2006/main">
            <a:off x="10820400" y="4419600"/>
            <a:ext cx="6858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800">
                <a:solidFill>
                  <a:srgbClr val="5537D6"/>
                </a:solidFill>
                <a:latin typeface="Arial"/>
                <a:ea typeface="Arial"/>
                <a:cs typeface="Arial"/>
              </a:defRPr>
            </a:pPr>
            <a:r>
              <a:rPr sz="1800">
                <a:solidFill>
                  <a:srgbClr val="5537D6"/>
                </a:solidFill>
                <a:latin typeface="Arial"/>
                <a:ea typeface="Arial"/>
                <a:cs typeface="Arial"/>
              </a:rPr>
              <a:t>66.2</a:t>
            </a:r>
          </a:p>
        </p:txBody>
      </p:sp>
    </p:spTree>
    <p:extLst>
      <p:ext uri="{BB962C8B-B14F-4D97-AF65-F5344CB8AC3E}">
        <p14:creationId xmlns:p14="http://schemas.microsoft.com/office/powerpoint/2010/main" val="363633440"/>
      </p:ext>
    </p:extLst>
  </p:cSld>
</p:sld>
</file>

<file path=ppt/slides/slide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D6B6392-9D1F-4E83-ADE4-91E7CDCFD8C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480CE-5E65-40DC-806E-85A1595D2AA7}"/>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6687843-835C-4444-AC53-55EF6A197A1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
            <a:extLst xmlns:a="http://schemas.openxmlformats.org/drawingml/2006/main">
              <a:ext uri="{FF2B5EF4-FFF2-40B4-BE49-F238E27FC236}">
                <a16:creationId xmlns:a16="http://schemas.microsoft.com/office/drawing/2014/main" id="{98B3C968-0070-417C-8DBC-E58B4349444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
            <a:extLst xmlns:a="http://schemas.openxmlformats.org/drawingml/2006/main">
              <a:ext uri="{FF2B5EF4-FFF2-40B4-BE49-F238E27FC236}">
                <a16:creationId xmlns:a16="http://schemas.microsoft.com/office/drawing/2014/main" id="{C9D40B18-DA3A-46E9-B12E-E225774E3B7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
            <a:extLst xmlns:a="http://schemas.openxmlformats.org/drawingml/2006/main">
              <a:ext uri="{FF2B5EF4-FFF2-40B4-BE49-F238E27FC236}">
                <a16:creationId xmlns:a16="http://schemas.microsoft.com/office/drawing/2014/main" id="{EEFA958D-F4C1-46C9-9198-71BDBC1772B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BE7271C-4B1E-405C-8A4C-35279D1C9A7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8aba886a99c4ae0"/>
              </a:rPr>
              <a:t>Repo reference</a:t>
            </a:r>
            <a:r>
              <a:rPr sz="825">
                <a:solidFill>
                  <a:srgbClr val="666762"/>
                </a:solidFill>
              </a:rPr>
              <a:t>  ·  </a:t>
            </a:r>
            <a:r>
              <a:rPr sz="825" u="sng">
                <a:solidFill>
                  <a:srgbClr val="666762"/>
                </a:solidFill>
                <a:hlinkClick xmlns:r="http://schemas.openxmlformats.org/officeDocument/2006/relationships" r:id="R9675c118e1234325"/>
              </a:rPr>
              <a:t>Official docs</a:t>
            </a:r>
          </a:p>
        </p:txBody>
      </p:sp>
      <p:sp>
        <p:nvSpPr>
          <p:cNvPr id="8" name="">
            <a:extLst xmlns:a="http://schemas.openxmlformats.org/drawingml/2006/main">
              <a:ext uri="{FF2B5EF4-FFF2-40B4-BE49-F238E27FC236}">
                <a16:creationId xmlns:a16="http://schemas.microsoft.com/office/drawing/2014/main" id="{E021E270-3784-479F-8501-7B67691A4CF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
            <a:extLst xmlns:a="http://schemas.openxmlformats.org/drawingml/2006/main">
              <a:ext uri="{FF2B5EF4-FFF2-40B4-BE49-F238E27FC236}">
                <a16:creationId xmlns:a16="http://schemas.microsoft.com/office/drawing/2014/main" id="{32E98DC8-F738-433D-9BD4-E0D53A8DB6D7}"/>
              </a:ext>
            </a:extLst>
          </p:cNvPr>
          <p:cNvSpPr>
            <a:spLocks xmlns:a="http://schemas.openxmlformats.org/drawingml/2006/main" noGrp="1"/>
          </p:cNvSpPr>
          <p:nvPr/>
        </p:nvSpPr>
        <p:spPr>
          <a:xfrm xmlns:a="http://schemas.openxmlformats.org/drawingml/2006/main">
            <a:off x="628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834B0A6-983C-4780-80A9-EFD0D0822254}"/>
              </a:ext>
            </a:extLst>
          </p:cNvPr>
          <p:cNvSpPr>
            <a:spLocks xmlns:a="http://schemas.openxmlformats.org/drawingml/2006/main" noGrp="1"/>
          </p:cNvSpPr>
          <p:nvPr/>
        </p:nvSpPr>
        <p:spPr>
          <a:xfrm xmlns:a="http://schemas.openxmlformats.org/drawingml/2006/main">
            <a:off x="628650" y="2247900"/>
            <a:ext cx="66675" cy="32004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1C5455-EB9B-403D-A787-EF3790DB1FE1}"/>
              </a:ext>
            </a:extLst>
          </p:cNvPr>
          <p:cNvSpPr>
            <a:spLocks xmlns:a="http://schemas.openxmlformats.org/drawingml/2006/main" noGrp="1"/>
          </p:cNvSpPr>
          <p:nvPr/>
        </p:nvSpPr>
        <p:spPr>
          <a:xfrm xmlns:a="http://schemas.openxmlformats.org/drawingml/2006/main">
            <a:off x="838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
            <a:extLst xmlns:a="http://schemas.openxmlformats.org/drawingml/2006/main">
              <a:ext uri="{FF2B5EF4-FFF2-40B4-BE49-F238E27FC236}">
                <a16:creationId xmlns:a16="http://schemas.microsoft.com/office/drawing/2014/main" id="{F1197408-D712-4183-8312-87B9D8904CE5}"/>
              </a:ext>
            </a:extLst>
          </p:cNvPr>
          <p:cNvSpPr>
            <a:spLocks xmlns:a="http://schemas.openxmlformats.org/drawingml/2006/main" noGrp="1"/>
          </p:cNvSpPr>
          <p:nvPr/>
        </p:nvSpPr>
        <p:spPr>
          <a:xfrm xmlns:a="http://schemas.openxmlformats.org/drawingml/2006/main">
            <a:off x="838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
            <a:extLst xmlns:a="http://schemas.openxmlformats.org/drawingml/2006/main">
              <a:ext uri="{FF2B5EF4-FFF2-40B4-BE49-F238E27FC236}">
                <a16:creationId xmlns:a16="http://schemas.microsoft.com/office/drawing/2014/main" id="{6131C532-4FDD-418F-8ECD-3B37C9BA6CDF}"/>
              </a:ext>
            </a:extLst>
          </p:cNvPr>
          <p:cNvSpPr>
            <a:spLocks xmlns:a="http://schemas.openxmlformats.org/drawingml/2006/main" noGrp="1"/>
          </p:cNvSpPr>
          <p:nvPr/>
        </p:nvSpPr>
        <p:spPr>
          <a:xfrm xmlns:a="http://schemas.openxmlformats.org/drawingml/2006/main">
            <a:off x="838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
            <a:extLst xmlns:a="http://schemas.openxmlformats.org/drawingml/2006/main">
              <a:ext uri="{FF2B5EF4-FFF2-40B4-BE49-F238E27FC236}">
                <a16:creationId xmlns:a16="http://schemas.microsoft.com/office/drawing/2014/main" id="{A5DF6EF7-8996-4EA1-BE74-C0FF9D38732A}"/>
              </a:ext>
            </a:extLst>
          </p:cNvPr>
          <p:cNvSpPr>
            <a:spLocks xmlns:a="http://schemas.openxmlformats.org/drawingml/2006/main" noGrp="1"/>
          </p:cNvSpPr>
          <p:nvPr/>
        </p:nvSpPr>
        <p:spPr>
          <a:xfrm xmlns:a="http://schemas.openxmlformats.org/drawingml/2006/main">
            <a:off x="6343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1295AA61-48E1-4A8B-8AB7-DEF2D27D7EF3}"/>
              </a:ext>
            </a:extLst>
          </p:cNvPr>
          <p:cNvSpPr>
            <a:spLocks xmlns:a="http://schemas.openxmlformats.org/drawingml/2006/main" noGrp="1"/>
          </p:cNvSpPr>
          <p:nvPr/>
        </p:nvSpPr>
        <p:spPr>
          <a:xfrm xmlns:a="http://schemas.openxmlformats.org/drawingml/2006/main">
            <a:off x="6343650" y="2247900"/>
            <a:ext cx="66675" cy="3200400"/>
          </a:xfrm>
          <a:prstGeom xmlns:a="http://schemas.openxmlformats.org/drawingml/2006/main" prst="rect">
            <a:avLst/>
          </a:prstGeom>
          <a:solidFill xmlns:a="http://schemas.openxmlformats.org/drawingml/2006/main">
            <a:srgbClr val="C73C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EADC07A-E192-469D-AEE6-8FD27F69292C}"/>
              </a:ext>
            </a:extLst>
          </p:cNvPr>
          <p:cNvSpPr>
            <a:spLocks xmlns:a="http://schemas.openxmlformats.org/drawingml/2006/main" noGrp="1"/>
          </p:cNvSpPr>
          <p:nvPr/>
        </p:nvSpPr>
        <p:spPr>
          <a:xfrm xmlns:a="http://schemas.openxmlformats.org/drawingml/2006/main">
            <a:off x="6553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
            <a:extLst xmlns:a="http://schemas.openxmlformats.org/drawingml/2006/main">
              <a:ext uri="{FF2B5EF4-FFF2-40B4-BE49-F238E27FC236}">
                <a16:creationId xmlns:a16="http://schemas.microsoft.com/office/drawing/2014/main" id="{56569B0A-A9A1-448F-BBB1-50C72EC4170F}"/>
              </a:ext>
            </a:extLst>
          </p:cNvPr>
          <p:cNvSpPr>
            <a:spLocks xmlns:a="http://schemas.openxmlformats.org/drawingml/2006/main" noGrp="1"/>
          </p:cNvSpPr>
          <p:nvPr/>
        </p:nvSpPr>
        <p:spPr>
          <a:xfrm xmlns:a="http://schemas.openxmlformats.org/drawingml/2006/main">
            <a:off x="6553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
            <a:extLst xmlns:a="http://schemas.openxmlformats.org/drawingml/2006/main">
              <a:ext uri="{FF2B5EF4-FFF2-40B4-BE49-F238E27FC236}">
                <a16:creationId xmlns:a16="http://schemas.microsoft.com/office/drawing/2014/main" id="{42C1AC83-567A-49F8-B66D-10F0278F06C5}"/>
              </a:ext>
            </a:extLst>
          </p:cNvPr>
          <p:cNvSpPr>
            <a:spLocks xmlns:a="http://schemas.openxmlformats.org/drawingml/2006/main" noGrp="1"/>
          </p:cNvSpPr>
          <p:nvPr/>
        </p:nvSpPr>
        <p:spPr>
          <a:xfrm xmlns:a="http://schemas.openxmlformats.org/drawingml/2006/main">
            <a:off x="6553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
            <a:extLst xmlns:a="http://schemas.openxmlformats.org/drawingml/2006/main">
              <a:ext uri="{FF2B5EF4-FFF2-40B4-BE49-F238E27FC236}">
                <a16:creationId xmlns:a16="http://schemas.microsoft.com/office/drawing/2014/main" id="{95CE2B76-B7D5-4039-BDF6-4B21F1915C00}"/>
              </a:ext>
            </a:extLst>
          </p:cNvPr>
          <p:cNvSpPr>
            <a:spLocks xmlns:a="http://schemas.openxmlformats.org/drawingml/2006/main" noGrp="1"/>
          </p:cNvSpPr>
          <p:nvPr/>
        </p:nvSpPr>
        <p:spPr>
          <a:xfrm xmlns:a="http://schemas.openxmlformats.org/drawingml/2006/main">
            <a:off x="1143000" y="5734050"/>
            <a:ext cx="990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65"/>
          </a:bodyPr>
          <a:lstStyle xmlns:a="http://schemas.openxmlformats.org/drawingml/2006/main"/>
          <a:p xmlns:a="http://schemas.openxmlformats.org/drawingml/2006/main">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sld>
</file>

<file path=ppt/slides/slide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0C4E848-D8B9-4EC7-8C73-A3C17861396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F91064-CD72-439F-985C-54EB4565DE0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3AE6F89-3F18-4B50-B604-FD1906CA25E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
            <a:extLst xmlns:a="http://schemas.openxmlformats.org/drawingml/2006/main">
              <a:ext uri="{FF2B5EF4-FFF2-40B4-BE49-F238E27FC236}">
                <a16:creationId xmlns:a16="http://schemas.microsoft.com/office/drawing/2014/main" id="{3E305ABE-3042-4C40-B1D4-8E26420520E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
            <a:extLst xmlns:a="http://schemas.openxmlformats.org/drawingml/2006/main">
              <a:ext uri="{FF2B5EF4-FFF2-40B4-BE49-F238E27FC236}">
                <a16:creationId xmlns:a16="http://schemas.microsoft.com/office/drawing/2014/main" id="{34545340-3F30-464A-AAB7-31FFB659F0FD}"/>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
            <a:extLst xmlns:a="http://schemas.openxmlformats.org/drawingml/2006/main">
              <a:ext uri="{FF2B5EF4-FFF2-40B4-BE49-F238E27FC236}">
                <a16:creationId xmlns:a16="http://schemas.microsoft.com/office/drawing/2014/main" id="{4342E69D-1601-41DD-9612-39F0400925B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9B2974-7D78-4423-A407-BBF615A3CC9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f77b14c39de4286"/>
              </a:rPr>
              <a:t>Repo reference</a:t>
            </a:r>
            <a:r>
              <a:rPr sz="825">
                <a:solidFill>
                  <a:srgbClr val="666762"/>
                </a:solidFill>
              </a:rPr>
              <a:t>  ·  </a:t>
            </a:r>
            <a:r>
              <a:rPr sz="825" u="sng">
                <a:solidFill>
                  <a:srgbClr val="666762"/>
                </a:solidFill>
                <a:hlinkClick xmlns:r="http://schemas.openxmlformats.org/officeDocument/2006/relationships" r:id="R6999cac732e947dd"/>
              </a:rPr>
              <a:t>Official docs</a:t>
            </a:r>
          </a:p>
        </p:txBody>
      </p:sp>
      <p:sp>
        <p:nvSpPr>
          <p:cNvPr id="8" name="">
            <a:extLst xmlns:a="http://schemas.openxmlformats.org/drawingml/2006/main">
              <a:ext uri="{FF2B5EF4-FFF2-40B4-BE49-F238E27FC236}">
                <a16:creationId xmlns:a16="http://schemas.microsoft.com/office/drawing/2014/main" id="{51F854D5-D8A2-4A92-9079-C8F68A9A128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
            <a:extLst xmlns:a="http://schemas.openxmlformats.org/drawingml/2006/main">
              <a:ext uri="{FF2B5EF4-FFF2-40B4-BE49-F238E27FC236}">
                <a16:creationId xmlns:a16="http://schemas.microsoft.com/office/drawing/2014/main" id="{B6B3A171-B8BC-414A-B5BD-65069ABD803D}"/>
              </a:ext>
            </a:extLst>
          </p:cNvPr>
          <p:cNvSpPr>
            <a:spLocks xmlns:a="http://schemas.openxmlformats.org/drawingml/2006/main" noGrp="1"/>
          </p:cNvSpPr>
          <p:nvPr/>
        </p:nvSpPr>
        <p:spPr>
          <a:xfrm xmlns:a="http://schemas.openxmlformats.org/drawingml/2006/main">
            <a:off x="6858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514BE00F-D110-42A2-8D47-FD1E2893F995}"/>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A7A3E3-0DC7-4EDE-AA64-C22D51D92AEF}"/>
              </a:ext>
            </a:extLst>
          </p:cNvPr>
          <p:cNvSpPr>
            <a:spLocks xmlns:a="http://schemas.openxmlformats.org/drawingml/2006/main" noGrp="1"/>
          </p:cNvSpPr>
          <p:nvPr/>
        </p:nvSpPr>
        <p:spPr>
          <a:xfrm xmlns:a="http://schemas.openxmlformats.org/drawingml/2006/main">
            <a:off x="8953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
            <a:extLst xmlns:a="http://schemas.openxmlformats.org/drawingml/2006/main">
              <a:ext uri="{FF2B5EF4-FFF2-40B4-BE49-F238E27FC236}">
                <a16:creationId xmlns:a16="http://schemas.microsoft.com/office/drawing/2014/main" id="{0B84BAD4-F073-43C1-B890-8DC82D84F3C2}"/>
              </a:ext>
            </a:extLst>
          </p:cNvPr>
          <p:cNvSpPr>
            <a:spLocks xmlns:a="http://schemas.openxmlformats.org/drawingml/2006/main" noGrp="1"/>
          </p:cNvSpPr>
          <p:nvPr/>
        </p:nvSpPr>
        <p:spPr>
          <a:xfrm xmlns:a="http://schemas.openxmlformats.org/drawingml/2006/main">
            <a:off x="8953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
            <a:extLst xmlns:a="http://schemas.openxmlformats.org/drawingml/2006/main">
              <a:ext uri="{FF2B5EF4-FFF2-40B4-BE49-F238E27FC236}">
                <a16:creationId xmlns:a16="http://schemas.microsoft.com/office/drawing/2014/main" id="{68B9CAF1-0AEA-4E84-B041-483ADA66EC1C}"/>
              </a:ext>
            </a:extLst>
          </p:cNvPr>
          <p:cNvSpPr>
            <a:spLocks xmlns:a="http://schemas.openxmlformats.org/drawingml/2006/main" noGrp="1"/>
          </p:cNvSpPr>
          <p:nvPr/>
        </p:nvSpPr>
        <p:spPr>
          <a:xfrm xmlns:a="http://schemas.openxmlformats.org/drawingml/2006/main">
            <a:off x="8953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
            <a:extLst xmlns:a="http://schemas.openxmlformats.org/drawingml/2006/main">
              <a:ext uri="{FF2B5EF4-FFF2-40B4-BE49-F238E27FC236}">
                <a16:creationId xmlns:a16="http://schemas.microsoft.com/office/drawing/2014/main" id="{F434688B-2200-48F9-B4D3-6D9196133A3A}"/>
              </a:ext>
            </a:extLst>
          </p:cNvPr>
          <p:cNvSpPr>
            <a:spLocks xmlns:a="http://schemas.openxmlformats.org/drawingml/2006/main" noGrp="1"/>
          </p:cNvSpPr>
          <p:nvPr/>
        </p:nvSpPr>
        <p:spPr>
          <a:xfrm xmlns:a="http://schemas.openxmlformats.org/drawingml/2006/main">
            <a:off x="428625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8977E993-8CB4-4CBA-946C-AF7FD21D5E83}"/>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6720A6-96AC-41A5-B967-3633BB944F66}"/>
              </a:ext>
            </a:extLst>
          </p:cNvPr>
          <p:cNvSpPr>
            <a:spLocks xmlns:a="http://schemas.openxmlformats.org/drawingml/2006/main" noGrp="1"/>
          </p:cNvSpPr>
          <p:nvPr/>
        </p:nvSpPr>
        <p:spPr>
          <a:xfrm xmlns:a="http://schemas.openxmlformats.org/drawingml/2006/main">
            <a:off x="449580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
            <a:extLst xmlns:a="http://schemas.openxmlformats.org/drawingml/2006/main">
              <a:ext uri="{FF2B5EF4-FFF2-40B4-BE49-F238E27FC236}">
                <a16:creationId xmlns:a16="http://schemas.microsoft.com/office/drawing/2014/main" id="{14AFB2E0-AF26-4A9D-ADE9-14EDFA6C6514}"/>
              </a:ext>
            </a:extLst>
          </p:cNvPr>
          <p:cNvSpPr>
            <a:spLocks xmlns:a="http://schemas.openxmlformats.org/drawingml/2006/main" noGrp="1"/>
          </p:cNvSpPr>
          <p:nvPr/>
        </p:nvSpPr>
        <p:spPr>
          <a:xfrm xmlns:a="http://schemas.openxmlformats.org/drawingml/2006/main">
            <a:off x="449580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
            <a:extLst xmlns:a="http://schemas.openxmlformats.org/drawingml/2006/main">
              <a:ext uri="{FF2B5EF4-FFF2-40B4-BE49-F238E27FC236}">
                <a16:creationId xmlns:a16="http://schemas.microsoft.com/office/drawing/2014/main" id="{B7169288-6BB9-4AD0-9397-71A71F1061B0}"/>
              </a:ext>
            </a:extLst>
          </p:cNvPr>
          <p:cNvSpPr>
            <a:spLocks xmlns:a="http://schemas.openxmlformats.org/drawingml/2006/main" noGrp="1"/>
          </p:cNvSpPr>
          <p:nvPr/>
        </p:nvSpPr>
        <p:spPr>
          <a:xfrm xmlns:a="http://schemas.openxmlformats.org/drawingml/2006/main">
            <a:off x="449580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
            <a:extLst xmlns:a="http://schemas.openxmlformats.org/drawingml/2006/main">
              <a:ext uri="{FF2B5EF4-FFF2-40B4-BE49-F238E27FC236}">
                <a16:creationId xmlns:a16="http://schemas.microsoft.com/office/drawing/2014/main" id="{2A654DD9-F2A1-4803-A02C-5A7CE1644D39}"/>
              </a:ext>
            </a:extLst>
          </p:cNvPr>
          <p:cNvSpPr>
            <a:spLocks xmlns:a="http://schemas.openxmlformats.org/drawingml/2006/main" noGrp="1"/>
          </p:cNvSpPr>
          <p:nvPr/>
        </p:nvSpPr>
        <p:spPr>
          <a:xfrm xmlns:a="http://schemas.openxmlformats.org/drawingml/2006/main">
            <a:off x="78867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C261AEAC-CD16-4AFF-BB4D-2DAE6D5A898E}"/>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CE7D2B-DC95-4347-BEA5-2E1EB78F10F3}"/>
              </a:ext>
            </a:extLst>
          </p:cNvPr>
          <p:cNvSpPr>
            <a:spLocks xmlns:a="http://schemas.openxmlformats.org/drawingml/2006/main" noGrp="1"/>
          </p:cNvSpPr>
          <p:nvPr/>
        </p:nvSpPr>
        <p:spPr>
          <a:xfrm xmlns:a="http://schemas.openxmlformats.org/drawingml/2006/main">
            <a:off x="80962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
            <a:extLst xmlns:a="http://schemas.openxmlformats.org/drawingml/2006/main">
              <a:ext uri="{FF2B5EF4-FFF2-40B4-BE49-F238E27FC236}">
                <a16:creationId xmlns:a16="http://schemas.microsoft.com/office/drawing/2014/main" id="{FED26DF4-4403-4F93-A759-567BE33519CD}"/>
              </a:ext>
            </a:extLst>
          </p:cNvPr>
          <p:cNvSpPr>
            <a:spLocks xmlns:a="http://schemas.openxmlformats.org/drawingml/2006/main" noGrp="1"/>
          </p:cNvSpPr>
          <p:nvPr/>
        </p:nvSpPr>
        <p:spPr>
          <a:xfrm xmlns:a="http://schemas.openxmlformats.org/drawingml/2006/main">
            <a:off x="80962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
            <a:extLst xmlns:a="http://schemas.openxmlformats.org/drawingml/2006/main">
              <a:ext uri="{FF2B5EF4-FFF2-40B4-BE49-F238E27FC236}">
                <a16:creationId xmlns:a16="http://schemas.microsoft.com/office/drawing/2014/main" id="{87EB9AE9-D3E2-4B7A-860D-BF00C672B026}"/>
              </a:ext>
            </a:extLst>
          </p:cNvPr>
          <p:cNvSpPr>
            <a:spLocks xmlns:a="http://schemas.openxmlformats.org/drawingml/2006/main" noGrp="1"/>
          </p:cNvSpPr>
          <p:nvPr/>
        </p:nvSpPr>
        <p:spPr>
          <a:xfrm xmlns:a="http://schemas.openxmlformats.org/drawingml/2006/main">
            <a:off x="80962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
            <a:extLst xmlns:a="http://schemas.openxmlformats.org/drawingml/2006/main">
              <a:ext uri="{FF2B5EF4-FFF2-40B4-BE49-F238E27FC236}">
                <a16:creationId xmlns:a16="http://schemas.microsoft.com/office/drawing/2014/main" id="{B891EFB6-CCE4-4075-B6F3-A8BF9BF8B564}"/>
              </a:ext>
            </a:extLst>
          </p:cNvPr>
          <p:cNvSpPr>
            <a:spLocks xmlns:a="http://schemas.openxmlformats.org/drawingml/2006/main" noGrp="1"/>
          </p:cNvSpPr>
          <p:nvPr/>
        </p:nvSpPr>
        <p:spPr>
          <a:xfrm xmlns:a="http://schemas.openxmlformats.org/drawingml/2006/main">
            <a:off x="685800" y="5581650"/>
            <a:ext cx="10382250" cy="45720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708D28DB-0505-4194-B2E9-C62817804785}"/>
              </a:ext>
            </a:extLst>
          </p:cNvPr>
          <p:cNvSpPr>
            <a:spLocks xmlns:a="http://schemas.openxmlformats.org/drawingml/2006/main" noGrp="1"/>
          </p:cNvSpPr>
          <p:nvPr/>
        </p:nvSpPr>
        <p:spPr>
          <a:xfrm xmlns:a="http://schemas.openxmlformats.org/drawingml/2006/main">
            <a:off x="876300" y="56769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66"/>
          </a:bodyPr>
          <a:lstStyle xmlns:a="http://schemas.openxmlformats.org/drawingml/2006/main"/>
          <a:p xmlns:a="http://schemas.openxmlformats.org/drawingml/2006/main">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sld>
</file>

<file path=ppt/slides/slide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9156876-75D2-4A73-953C-3E6545D754A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0D55D5-0D61-4B1C-9F24-FC7BFCD4D13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F00C3B-4A20-4A2B-9E0F-AEB12E494FC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
            <a:extLst xmlns:a="http://schemas.openxmlformats.org/drawingml/2006/main">
              <a:ext uri="{FF2B5EF4-FFF2-40B4-BE49-F238E27FC236}">
                <a16:creationId xmlns:a16="http://schemas.microsoft.com/office/drawing/2014/main" id="{841A9365-8AFA-4C59-BE17-3FA20F06C55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
            <a:extLst xmlns:a="http://schemas.openxmlformats.org/drawingml/2006/main">
              <a:ext uri="{FF2B5EF4-FFF2-40B4-BE49-F238E27FC236}">
                <a16:creationId xmlns:a16="http://schemas.microsoft.com/office/drawing/2014/main" id="{74B56F5A-34D2-4571-9C53-2711C9E6808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
            <a:extLst xmlns:a="http://schemas.openxmlformats.org/drawingml/2006/main">
              <a:ext uri="{FF2B5EF4-FFF2-40B4-BE49-F238E27FC236}">
                <a16:creationId xmlns:a16="http://schemas.microsoft.com/office/drawing/2014/main" id="{2E10ED4A-A1F2-4B33-88B9-CB8C1AC9416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FF7FC03-DD71-4116-9D5A-993CD7FE894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6bb97bd5b5a4e05"/>
              </a:rPr>
              <a:t>Repo reference</a:t>
            </a:r>
            <a:r>
              <a:rPr sz="825">
                <a:solidFill>
                  <a:srgbClr val="666762"/>
                </a:solidFill>
              </a:rPr>
              <a:t>  ·  </a:t>
            </a:r>
            <a:r>
              <a:rPr sz="825" u="sng">
                <a:solidFill>
                  <a:srgbClr val="666762"/>
                </a:solidFill>
                <a:hlinkClick xmlns:r="http://schemas.openxmlformats.org/officeDocument/2006/relationships" r:id="R76cda340086e43c2"/>
              </a:rPr>
              <a:t>Official docs</a:t>
            </a:r>
          </a:p>
        </p:txBody>
      </p:sp>
      <p:sp>
        <p:nvSpPr>
          <p:cNvPr id="8" name="">
            <a:extLst xmlns:a="http://schemas.openxmlformats.org/drawingml/2006/main">
              <a:ext uri="{FF2B5EF4-FFF2-40B4-BE49-F238E27FC236}">
                <a16:creationId xmlns:a16="http://schemas.microsoft.com/office/drawing/2014/main" id="{9179D6E3-F736-48EC-9DAE-CB5E14FC5C42}"/>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
            <a:extLst xmlns:a="http://schemas.openxmlformats.org/drawingml/2006/main">
              <a:ext uri="{FF2B5EF4-FFF2-40B4-BE49-F238E27FC236}">
                <a16:creationId xmlns:a16="http://schemas.microsoft.com/office/drawing/2014/main" id="{E4C6145F-0FD0-4DE4-94E7-70F2685704D6}"/>
              </a:ext>
            </a:extLst>
          </p:cNvPr>
          <p:cNvSpPr>
            <a:spLocks xmlns:a="http://schemas.openxmlformats.org/drawingml/2006/main" noGrp="1"/>
          </p:cNvSpPr>
          <p:nvPr/>
        </p:nvSpPr>
        <p:spPr>
          <a:xfrm xmlns:a="http://schemas.openxmlformats.org/drawingml/2006/main">
            <a:off x="685800" y="22193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
            <a:extLst xmlns:a="http://schemas.openxmlformats.org/drawingml/2006/main">
              <a:ext uri="{FF2B5EF4-FFF2-40B4-BE49-F238E27FC236}">
                <a16:creationId xmlns:a16="http://schemas.microsoft.com/office/drawing/2014/main" id="{16B53C52-16CD-48D9-824E-C418CA1A098C}"/>
              </a:ext>
            </a:extLst>
          </p:cNvPr>
          <p:cNvSpPr>
            <a:spLocks xmlns:a="http://schemas.openxmlformats.org/drawingml/2006/main" noGrp="1"/>
          </p:cNvSpPr>
          <p:nvPr/>
        </p:nvSpPr>
        <p:spPr>
          <a:xfrm xmlns:a="http://schemas.openxmlformats.org/drawingml/2006/main">
            <a:off x="723900" y="27527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F91AFF-46BE-4850-891E-0B033DA99EF2}"/>
              </a:ext>
            </a:extLst>
          </p:cNvPr>
          <p:cNvSpPr>
            <a:spLocks xmlns:a="http://schemas.openxmlformats.org/drawingml/2006/main" noGrp="1"/>
          </p:cNvSpPr>
          <p:nvPr/>
        </p:nvSpPr>
        <p:spPr>
          <a:xfrm xmlns:a="http://schemas.openxmlformats.org/drawingml/2006/main">
            <a:off x="952500" y="26670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
            <a:extLst xmlns:a="http://schemas.openxmlformats.org/drawingml/2006/main">
              <a:ext uri="{FF2B5EF4-FFF2-40B4-BE49-F238E27FC236}">
                <a16:creationId xmlns:a16="http://schemas.microsoft.com/office/drawing/2014/main" id="{C899E149-702E-4EA5-BE77-9102AD4F8CBC}"/>
              </a:ext>
            </a:extLst>
          </p:cNvPr>
          <p:cNvSpPr>
            <a:spLocks xmlns:a="http://schemas.openxmlformats.org/drawingml/2006/main" noGrp="1"/>
          </p:cNvSpPr>
          <p:nvPr/>
        </p:nvSpPr>
        <p:spPr>
          <a:xfrm xmlns:a="http://schemas.openxmlformats.org/drawingml/2006/main">
            <a:off x="723900" y="34385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59A2730-D870-4DAF-B3AA-1D75FF5613F6}"/>
              </a:ext>
            </a:extLst>
          </p:cNvPr>
          <p:cNvSpPr>
            <a:spLocks xmlns:a="http://schemas.openxmlformats.org/drawingml/2006/main" noGrp="1"/>
          </p:cNvSpPr>
          <p:nvPr/>
        </p:nvSpPr>
        <p:spPr>
          <a:xfrm xmlns:a="http://schemas.openxmlformats.org/drawingml/2006/main">
            <a:off x="952500" y="33528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
            <a:extLst xmlns:a="http://schemas.openxmlformats.org/drawingml/2006/main">
              <a:ext uri="{FF2B5EF4-FFF2-40B4-BE49-F238E27FC236}">
                <a16:creationId xmlns:a16="http://schemas.microsoft.com/office/drawing/2014/main" id="{8D89CE81-DABD-49D8-ADA5-C8E613687172}"/>
              </a:ext>
            </a:extLst>
          </p:cNvPr>
          <p:cNvSpPr>
            <a:spLocks xmlns:a="http://schemas.openxmlformats.org/drawingml/2006/main" noGrp="1"/>
          </p:cNvSpPr>
          <p:nvPr/>
        </p:nvSpPr>
        <p:spPr>
          <a:xfrm xmlns:a="http://schemas.openxmlformats.org/drawingml/2006/main">
            <a:off x="723900" y="41243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601527-130F-4BF4-AC88-4F685E49C2DE}"/>
              </a:ext>
            </a:extLst>
          </p:cNvPr>
          <p:cNvSpPr>
            <a:spLocks xmlns:a="http://schemas.openxmlformats.org/drawingml/2006/main" noGrp="1"/>
          </p:cNvSpPr>
          <p:nvPr/>
        </p:nvSpPr>
        <p:spPr>
          <a:xfrm xmlns:a="http://schemas.openxmlformats.org/drawingml/2006/main">
            <a:off x="952500" y="40386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
            <a:extLst xmlns:a="http://schemas.openxmlformats.org/drawingml/2006/main">
              <a:ext uri="{FF2B5EF4-FFF2-40B4-BE49-F238E27FC236}">
                <a16:creationId xmlns:a16="http://schemas.microsoft.com/office/drawing/2014/main" id="{79905140-388E-449B-BFFE-D3AF94CEC1C2}"/>
              </a:ext>
            </a:extLst>
          </p:cNvPr>
          <p:cNvSpPr>
            <a:spLocks xmlns:a="http://schemas.openxmlformats.org/drawingml/2006/main" noGrp="1"/>
          </p:cNvSpPr>
          <p:nvPr/>
        </p:nvSpPr>
        <p:spPr>
          <a:xfrm xmlns:a="http://schemas.openxmlformats.org/drawingml/2006/main">
            <a:off x="723900" y="48101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DE52F10-2A9D-4FFD-81E0-9FB446E09F4C}"/>
              </a:ext>
            </a:extLst>
          </p:cNvPr>
          <p:cNvSpPr>
            <a:spLocks xmlns:a="http://schemas.openxmlformats.org/drawingml/2006/main" noGrp="1"/>
          </p:cNvSpPr>
          <p:nvPr/>
        </p:nvSpPr>
        <p:spPr>
          <a:xfrm xmlns:a="http://schemas.openxmlformats.org/drawingml/2006/main">
            <a:off x="952500" y="47244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
            <a:extLst xmlns:a="http://schemas.openxmlformats.org/drawingml/2006/main">
              <a:ext uri="{FF2B5EF4-FFF2-40B4-BE49-F238E27FC236}">
                <a16:creationId xmlns:a16="http://schemas.microsoft.com/office/drawing/2014/main" id="{FCF8398C-72F3-43A1-A571-9C2B7C44DC23}"/>
              </a:ext>
            </a:extLst>
          </p:cNvPr>
          <p:cNvSpPr>
            <a:spLocks xmlns:a="http://schemas.openxmlformats.org/drawingml/2006/main" noGrp="1"/>
          </p:cNvSpPr>
          <p:nvPr/>
        </p:nvSpPr>
        <p:spPr>
          <a:xfrm xmlns:a="http://schemas.openxmlformats.org/drawingml/2006/main">
            <a:off x="6019800" y="2143125"/>
            <a:ext cx="19050" cy="377190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456E6A0-2B0A-41F8-8750-FA64E7129D2F}"/>
              </a:ext>
            </a:extLst>
          </p:cNvPr>
          <p:cNvSpPr>
            <a:spLocks xmlns:a="http://schemas.openxmlformats.org/drawingml/2006/main" noGrp="1"/>
          </p:cNvSpPr>
          <p:nvPr/>
        </p:nvSpPr>
        <p:spPr>
          <a:xfrm xmlns:a="http://schemas.openxmlformats.org/drawingml/2006/main">
            <a:off x="6457950" y="22193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
            <a:extLst xmlns:a="http://schemas.openxmlformats.org/drawingml/2006/main">
              <a:ext uri="{FF2B5EF4-FFF2-40B4-BE49-F238E27FC236}">
                <a16:creationId xmlns:a16="http://schemas.microsoft.com/office/drawing/2014/main" id="{84125748-15A5-4A9C-AD4A-0E37B6247B49}"/>
              </a:ext>
            </a:extLst>
          </p:cNvPr>
          <p:cNvSpPr>
            <a:spLocks xmlns:a="http://schemas.openxmlformats.org/drawingml/2006/main" noGrp="1"/>
          </p:cNvSpPr>
          <p:nvPr/>
        </p:nvSpPr>
        <p:spPr>
          <a:xfrm xmlns:a="http://schemas.openxmlformats.org/drawingml/2006/main">
            <a:off x="6496050" y="27527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D3A123-2B9E-4528-AC7E-ED347AB8369E}"/>
              </a:ext>
            </a:extLst>
          </p:cNvPr>
          <p:cNvSpPr>
            <a:spLocks xmlns:a="http://schemas.openxmlformats.org/drawingml/2006/main" noGrp="1"/>
          </p:cNvSpPr>
          <p:nvPr/>
        </p:nvSpPr>
        <p:spPr>
          <a:xfrm xmlns:a="http://schemas.openxmlformats.org/drawingml/2006/main">
            <a:off x="6724650" y="26670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
            <a:extLst xmlns:a="http://schemas.openxmlformats.org/drawingml/2006/main">
              <a:ext uri="{FF2B5EF4-FFF2-40B4-BE49-F238E27FC236}">
                <a16:creationId xmlns:a16="http://schemas.microsoft.com/office/drawing/2014/main" id="{D7B11C20-4376-45DA-B368-3522360FD1C1}"/>
              </a:ext>
            </a:extLst>
          </p:cNvPr>
          <p:cNvSpPr>
            <a:spLocks xmlns:a="http://schemas.openxmlformats.org/drawingml/2006/main" noGrp="1"/>
          </p:cNvSpPr>
          <p:nvPr/>
        </p:nvSpPr>
        <p:spPr>
          <a:xfrm xmlns:a="http://schemas.openxmlformats.org/drawingml/2006/main">
            <a:off x="6496050" y="34385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5249425-28CD-4353-AC9A-29D98112DB10}"/>
              </a:ext>
            </a:extLst>
          </p:cNvPr>
          <p:cNvSpPr>
            <a:spLocks xmlns:a="http://schemas.openxmlformats.org/drawingml/2006/main" noGrp="1"/>
          </p:cNvSpPr>
          <p:nvPr/>
        </p:nvSpPr>
        <p:spPr>
          <a:xfrm xmlns:a="http://schemas.openxmlformats.org/drawingml/2006/main">
            <a:off x="6724650" y="33528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
            <a:extLst xmlns:a="http://schemas.openxmlformats.org/drawingml/2006/main">
              <a:ext uri="{FF2B5EF4-FFF2-40B4-BE49-F238E27FC236}">
                <a16:creationId xmlns:a16="http://schemas.microsoft.com/office/drawing/2014/main" id="{E8D699E6-1942-41D7-B9DB-133395F260A5}"/>
              </a:ext>
            </a:extLst>
          </p:cNvPr>
          <p:cNvSpPr>
            <a:spLocks xmlns:a="http://schemas.openxmlformats.org/drawingml/2006/main" noGrp="1"/>
          </p:cNvSpPr>
          <p:nvPr/>
        </p:nvSpPr>
        <p:spPr>
          <a:xfrm xmlns:a="http://schemas.openxmlformats.org/drawingml/2006/main">
            <a:off x="6496050" y="41243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4B5E08-6F23-4A72-A6F2-BB53935F0405}"/>
              </a:ext>
            </a:extLst>
          </p:cNvPr>
          <p:cNvSpPr>
            <a:spLocks xmlns:a="http://schemas.openxmlformats.org/drawingml/2006/main" noGrp="1"/>
          </p:cNvSpPr>
          <p:nvPr/>
        </p:nvSpPr>
        <p:spPr>
          <a:xfrm xmlns:a="http://schemas.openxmlformats.org/drawingml/2006/main">
            <a:off x="6724650" y="40386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
            <a:extLst xmlns:a="http://schemas.openxmlformats.org/drawingml/2006/main">
              <a:ext uri="{FF2B5EF4-FFF2-40B4-BE49-F238E27FC236}">
                <a16:creationId xmlns:a16="http://schemas.microsoft.com/office/drawing/2014/main" id="{CA3AD698-F594-43F6-978D-DDB07350BBBF}"/>
              </a:ext>
            </a:extLst>
          </p:cNvPr>
          <p:cNvSpPr>
            <a:spLocks xmlns:a="http://schemas.openxmlformats.org/drawingml/2006/main" noGrp="1"/>
          </p:cNvSpPr>
          <p:nvPr/>
        </p:nvSpPr>
        <p:spPr>
          <a:xfrm xmlns:a="http://schemas.openxmlformats.org/drawingml/2006/main">
            <a:off x="6496050" y="48101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524FB0C-4C9E-44DA-AC14-A80480B4B71C}"/>
              </a:ext>
            </a:extLst>
          </p:cNvPr>
          <p:cNvSpPr>
            <a:spLocks xmlns:a="http://schemas.openxmlformats.org/drawingml/2006/main" noGrp="1"/>
          </p:cNvSpPr>
          <p:nvPr/>
        </p:nvSpPr>
        <p:spPr>
          <a:xfrm xmlns:a="http://schemas.openxmlformats.org/drawingml/2006/main">
            <a:off x="6724650" y="4724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
            <a:extLst xmlns:a="http://schemas.openxmlformats.org/drawingml/2006/main">
              <a:ext uri="{FF2B5EF4-FFF2-40B4-BE49-F238E27FC236}">
                <a16:creationId xmlns:a16="http://schemas.microsoft.com/office/drawing/2014/main" id="{0A4FC0C2-8875-4A35-8D58-1B767CB5AE89}"/>
              </a:ext>
            </a:extLst>
          </p:cNvPr>
          <p:cNvSpPr>
            <a:spLocks xmlns:a="http://schemas.openxmlformats.org/drawingml/2006/main" noGrp="1"/>
          </p:cNvSpPr>
          <p:nvPr/>
        </p:nvSpPr>
        <p:spPr>
          <a:xfrm xmlns:a="http://schemas.openxmlformats.org/drawingml/2006/main">
            <a:off x="1714500" y="5924550"/>
            <a:ext cx="876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sld>
</file>

<file path=ppt/slides/slide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65481323-BA13-49E2-8FD7-E9B394A4B4A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B29446-0486-4C19-AA15-8531D64C518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1AE76D9-5623-40DA-8440-BF4019F68DC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
            <a:extLst xmlns:a="http://schemas.openxmlformats.org/drawingml/2006/main">
              <a:ext uri="{FF2B5EF4-FFF2-40B4-BE49-F238E27FC236}">
                <a16:creationId xmlns:a16="http://schemas.microsoft.com/office/drawing/2014/main" id="{C01D6A34-66D0-4E06-AD0C-BE0A0919C6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
            <a:extLst xmlns:a="http://schemas.openxmlformats.org/drawingml/2006/main">
              <a:ext uri="{FF2B5EF4-FFF2-40B4-BE49-F238E27FC236}">
                <a16:creationId xmlns:a16="http://schemas.microsoft.com/office/drawing/2014/main" id="{66EB2E4F-ACDC-4620-936C-2ABEAFECDF1A}"/>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
            <a:extLst xmlns:a="http://schemas.openxmlformats.org/drawingml/2006/main">
              <a:ext uri="{FF2B5EF4-FFF2-40B4-BE49-F238E27FC236}">
                <a16:creationId xmlns:a16="http://schemas.microsoft.com/office/drawing/2014/main" id="{20C27798-3C4D-4F6F-9B1E-0EE617A589E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FC47074-9634-4271-B546-5D01174A281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cf1ac1910d4d4bda"/>
              </a:rPr>
              <a:t>Repo reference</a:t>
            </a:r>
            <a:r>
              <a:rPr sz="825">
                <a:solidFill>
                  <a:srgbClr val="666762"/>
                </a:solidFill>
              </a:rPr>
              <a:t>  ·  </a:t>
            </a:r>
            <a:r>
              <a:rPr sz="825" u="sng">
                <a:solidFill>
                  <a:srgbClr val="666762"/>
                </a:solidFill>
                <a:hlinkClick xmlns:r="http://schemas.openxmlformats.org/officeDocument/2006/relationships" r:id="Rf10bd3b7a4de426f"/>
              </a:rPr>
              <a:t>Official docs</a:t>
            </a:r>
          </a:p>
        </p:txBody>
      </p:sp>
      <p:sp>
        <p:nvSpPr>
          <p:cNvPr id="8" name="">
            <a:extLst xmlns:a="http://schemas.openxmlformats.org/drawingml/2006/main">
              <a:ext uri="{FF2B5EF4-FFF2-40B4-BE49-F238E27FC236}">
                <a16:creationId xmlns:a16="http://schemas.microsoft.com/office/drawing/2014/main" id="{F7CDBF7E-E5EC-46BE-BD5E-47F035B8B28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
            <a:extLst xmlns:a="http://schemas.openxmlformats.org/drawingml/2006/main">
              <a:ext uri="{FF2B5EF4-FFF2-40B4-BE49-F238E27FC236}">
                <a16:creationId xmlns:a16="http://schemas.microsoft.com/office/drawing/2014/main" id="{192DB956-9DE4-42F4-ACFC-E8FD0163D76A}"/>
              </a:ext>
            </a:extLst>
          </p:cNvPr>
          <p:cNvSpPr>
            <a:spLocks xmlns:a="http://schemas.openxmlformats.org/drawingml/2006/main" noGrp="1"/>
          </p:cNvSpPr>
          <p:nvPr/>
        </p:nvSpPr>
        <p:spPr>
          <a:xfrm xmlns:a="http://schemas.openxmlformats.org/drawingml/2006/main">
            <a:off x="704850" y="21526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
            <a:extLst xmlns:a="http://schemas.openxmlformats.org/drawingml/2006/main">
              <a:ext uri="{FF2B5EF4-FFF2-40B4-BE49-F238E27FC236}">
                <a16:creationId xmlns:a16="http://schemas.microsoft.com/office/drawing/2014/main" id="{579B5F6F-7602-41FB-868A-467F2DB9FA36}"/>
              </a:ext>
            </a:extLst>
          </p:cNvPr>
          <p:cNvSpPr>
            <a:spLocks xmlns:a="http://schemas.openxmlformats.org/drawingml/2006/main" noGrp="1"/>
          </p:cNvSpPr>
          <p:nvPr/>
        </p:nvSpPr>
        <p:spPr>
          <a:xfrm xmlns:a="http://schemas.openxmlformats.org/drawingml/2006/main">
            <a:off x="685800" y="2505075"/>
            <a:ext cx="2381250" cy="971550"/>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14288">
            <a:solidFill>
              <a:srgbClr val="FFC72C"/>
            </a:solidFill>
            <a:prstDash val="solid"/>
          </a:ln>
        </p:spPr>
      </p:sp>
      <p:sp>
        <p:nvSpPr>
          <p:cNvPr id="11" name="">
            <a:extLst xmlns:a="http://schemas.openxmlformats.org/drawingml/2006/main">
              <a:ext uri="{FF2B5EF4-FFF2-40B4-BE49-F238E27FC236}">
                <a16:creationId xmlns:a16="http://schemas.microsoft.com/office/drawing/2014/main" id="{E30274D3-5AC1-49B4-86AA-618738970EE6}"/>
              </a:ext>
            </a:extLst>
          </p:cNvPr>
          <p:cNvSpPr>
            <a:spLocks xmlns:a="http://schemas.openxmlformats.org/drawingml/2006/main" noGrp="1"/>
          </p:cNvSpPr>
          <p:nvPr/>
        </p:nvSpPr>
        <p:spPr>
          <a:xfrm xmlns:a="http://schemas.openxmlformats.org/drawingml/2006/main">
            <a:off x="838200" y="26384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
            <a:extLst xmlns:a="http://schemas.openxmlformats.org/drawingml/2006/main">
              <a:ext uri="{FF2B5EF4-FFF2-40B4-BE49-F238E27FC236}">
                <a16:creationId xmlns:a16="http://schemas.microsoft.com/office/drawing/2014/main" id="{5F8D2CE2-FC9F-45E1-917F-CE3005AD76E4}"/>
              </a:ext>
            </a:extLst>
          </p:cNvPr>
          <p:cNvSpPr>
            <a:spLocks xmlns:a="http://schemas.openxmlformats.org/drawingml/2006/main" noGrp="1"/>
          </p:cNvSpPr>
          <p:nvPr/>
        </p:nvSpPr>
        <p:spPr>
          <a:xfrm xmlns:a="http://schemas.openxmlformats.org/drawingml/2006/main">
            <a:off x="819150" y="30384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
            <a:extLst xmlns:a="http://schemas.openxmlformats.org/drawingml/2006/main">
              <a:ext uri="{FF2B5EF4-FFF2-40B4-BE49-F238E27FC236}">
                <a16:creationId xmlns:a16="http://schemas.microsoft.com/office/drawing/2014/main" id="{5AAD8108-9006-4D1D-9B06-D9BDC5F4C43D}"/>
              </a:ext>
            </a:extLst>
          </p:cNvPr>
          <p:cNvSpPr>
            <a:spLocks xmlns:a="http://schemas.openxmlformats.org/drawingml/2006/main" noGrp="1"/>
          </p:cNvSpPr>
          <p:nvPr/>
        </p:nvSpPr>
        <p:spPr>
          <a:xfrm xmlns:a="http://schemas.openxmlformats.org/drawingml/2006/main">
            <a:off x="685800" y="384810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111111"/>
            </a:solidFill>
            <a:prstDash val="solid"/>
          </a:ln>
        </p:spPr>
      </p:sp>
      <p:sp>
        <p:nvSpPr>
          <p:cNvPr id="14" name="">
            <a:extLst xmlns:a="http://schemas.openxmlformats.org/drawingml/2006/main">
              <a:ext uri="{FF2B5EF4-FFF2-40B4-BE49-F238E27FC236}">
                <a16:creationId xmlns:a16="http://schemas.microsoft.com/office/drawing/2014/main" id="{DD108D7C-8615-4698-A65A-6DE53E6F9A00}"/>
              </a:ext>
            </a:extLst>
          </p:cNvPr>
          <p:cNvSpPr>
            <a:spLocks xmlns:a="http://schemas.openxmlformats.org/drawingml/2006/main" noGrp="1"/>
          </p:cNvSpPr>
          <p:nvPr/>
        </p:nvSpPr>
        <p:spPr>
          <a:xfrm xmlns:a="http://schemas.openxmlformats.org/drawingml/2006/main">
            <a:off x="838200" y="39814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
            <a:extLst xmlns:a="http://schemas.openxmlformats.org/drawingml/2006/main">
              <a:ext uri="{FF2B5EF4-FFF2-40B4-BE49-F238E27FC236}">
                <a16:creationId xmlns:a16="http://schemas.microsoft.com/office/drawing/2014/main" id="{44E8DA5A-57CE-4BBF-A042-B66056F95BDF}"/>
              </a:ext>
            </a:extLst>
          </p:cNvPr>
          <p:cNvSpPr>
            <a:spLocks xmlns:a="http://schemas.openxmlformats.org/drawingml/2006/main" noGrp="1"/>
          </p:cNvSpPr>
          <p:nvPr/>
        </p:nvSpPr>
        <p:spPr>
          <a:xfrm xmlns:a="http://schemas.openxmlformats.org/drawingml/2006/main">
            <a:off x="819150" y="438150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57"/>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
            <a:extLst xmlns:a="http://schemas.openxmlformats.org/drawingml/2006/main">
              <a:ext uri="{FF2B5EF4-FFF2-40B4-BE49-F238E27FC236}">
                <a16:creationId xmlns:a16="http://schemas.microsoft.com/office/drawing/2014/main" id="{39F07D25-74BD-451A-B2F9-F96E4DB05621}"/>
              </a:ext>
            </a:extLst>
          </p:cNvPr>
          <p:cNvSpPr>
            <a:spLocks xmlns:a="http://schemas.openxmlformats.org/drawingml/2006/main" noGrp="1"/>
          </p:cNvSpPr>
          <p:nvPr/>
        </p:nvSpPr>
        <p:spPr>
          <a:xfrm xmlns:a="http://schemas.openxmlformats.org/drawingml/2006/main">
            <a:off x="685800" y="5067300"/>
            <a:ext cx="2381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111111"/>
            </a:solidFill>
            <a:prstDash val="solid"/>
          </a:ln>
        </p:spPr>
      </p:sp>
      <p:sp>
        <p:nvSpPr>
          <p:cNvPr id="17" name="">
            <a:extLst xmlns:a="http://schemas.openxmlformats.org/drawingml/2006/main">
              <a:ext uri="{FF2B5EF4-FFF2-40B4-BE49-F238E27FC236}">
                <a16:creationId xmlns:a16="http://schemas.microsoft.com/office/drawing/2014/main" id="{FC90B954-017A-4867-ACA0-5FE5202C0DFF}"/>
              </a:ext>
            </a:extLst>
          </p:cNvPr>
          <p:cNvSpPr>
            <a:spLocks xmlns:a="http://schemas.openxmlformats.org/drawingml/2006/main" noGrp="1"/>
          </p:cNvSpPr>
          <p:nvPr/>
        </p:nvSpPr>
        <p:spPr>
          <a:xfrm xmlns:a="http://schemas.openxmlformats.org/drawingml/2006/main">
            <a:off x="838200" y="52006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660" name=""/>
          <p:cNvCxnSpPr>
            <a:stCxn xmlns:a="http://schemas.openxmlformats.org/drawingml/2006/main" id="16" idx="1"/>
            <a:endCxn xmlns:a="http://schemas.openxmlformats.org/drawingml/2006/main" id="10" idx="1"/>
          </p:cNvCxnSpPr>
          <p:nvPr/>
        </p:nvCxnSpPr>
        <p:spPr>
          <a:xfrm xmlns:a="http://schemas.openxmlformats.org/drawingml/2006/main" flipV="1">
            <a:off x="457200" y="2990850"/>
            <a:ext cx="228600" cy="2419350"/>
          </a:xfrm>
          <a:prstGeom xmlns:a="http://schemas.openxmlformats.org/drawingml/2006/main" prst="bentConnector4">
            <a:avLst/>
          </a:prstGeom>
          <a:ln xmlns:a="http://schemas.openxmlformats.org/drawingml/2006/main" w="19050">
            <a:solidFill>
              <a:srgbClr val="FFC72C"/>
            </a:solidFill>
            <a:prstDash val="solid"/>
            <a:tailEnd type="triangle" w="med" len="med"/>
          </a:ln>
        </p:spPr>
      </p:cxnSp>
      <p:cxnSp>
        <p:nvCxnSpPr>
          <p:cNvPr id="661" name=""/>
          <p:cNvCxnSpPr>
            <a:stCxn xmlns:a="http://schemas.openxmlformats.org/drawingml/2006/main" id="10" idx="2"/>
            <a:endCxn xmlns:a="http://schemas.openxmlformats.org/drawingml/2006/main" id="13" idx="0"/>
          </p:cNvCxnSpPr>
          <p:nvPr/>
        </p:nvCxnSpPr>
        <p:spPr>
          <a:xfrm xmlns:a="http://schemas.openxmlformats.org/drawingml/2006/main">
            <a:off x="1876425" y="3476625"/>
            <a:ext cx="0" cy="371475"/>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E4DCC57A-18DB-4C3E-871C-98A4D1B44341}"/>
              </a:ext>
            </a:extLst>
          </p:cNvPr>
          <p:cNvSpPr>
            <a:spLocks xmlns:a="http://schemas.openxmlformats.org/drawingml/2006/main" noGrp="1"/>
          </p:cNvSpPr>
          <p:nvPr/>
        </p:nvSpPr>
        <p:spPr>
          <a:xfrm xmlns:a="http://schemas.openxmlformats.org/drawingml/2006/main">
            <a:off x="4000500" y="21526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
            <a:extLst xmlns:a="http://schemas.openxmlformats.org/drawingml/2006/main">
              <a:ext uri="{FF2B5EF4-FFF2-40B4-BE49-F238E27FC236}">
                <a16:creationId xmlns:a16="http://schemas.microsoft.com/office/drawing/2014/main" id="{54A3A411-F89D-4A44-A2AD-6B2A2D88C405}"/>
              </a:ext>
            </a:extLst>
          </p:cNvPr>
          <p:cNvSpPr>
            <a:spLocks xmlns:a="http://schemas.openxmlformats.org/drawingml/2006/main" noGrp="1"/>
          </p:cNvSpPr>
          <p:nvPr/>
        </p:nvSpPr>
        <p:spPr>
          <a:xfrm xmlns:a="http://schemas.openxmlformats.org/drawingml/2006/main">
            <a:off x="4000500" y="26193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2" name="">
            <a:extLst xmlns:a="http://schemas.openxmlformats.org/drawingml/2006/main">
              <a:ext uri="{FF2B5EF4-FFF2-40B4-BE49-F238E27FC236}">
                <a16:creationId xmlns:a16="http://schemas.microsoft.com/office/drawing/2014/main" id="{CECE74C7-5D2F-45AC-B286-65879E2FA0BF}"/>
              </a:ext>
            </a:extLst>
          </p:cNvPr>
          <p:cNvSpPr>
            <a:spLocks xmlns:a="http://schemas.openxmlformats.org/drawingml/2006/main" noGrp="1"/>
          </p:cNvSpPr>
          <p:nvPr/>
        </p:nvSpPr>
        <p:spPr>
          <a:xfrm xmlns:a="http://schemas.openxmlformats.org/drawingml/2006/main">
            <a:off x="4152900" y="2752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
            <a:extLst xmlns:a="http://schemas.openxmlformats.org/drawingml/2006/main">
              <a:ext uri="{FF2B5EF4-FFF2-40B4-BE49-F238E27FC236}">
                <a16:creationId xmlns:a16="http://schemas.microsoft.com/office/drawing/2014/main" id="{2C0F95A3-B916-4824-B711-83965A11AAAC}"/>
              </a:ext>
            </a:extLst>
          </p:cNvPr>
          <p:cNvSpPr>
            <a:spLocks xmlns:a="http://schemas.openxmlformats.org/drawingml/2006/main" noGrp="1"/>
          </p:cNvSpPr>
          <p:nvPr/>
        </p:nvSpPr>
        <p:spPr>
          <a:xfrm xmlns:a="http://schemas.openxmlformats.org/drawingml/2006/main">
            <a:off x="4133850" y="31527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
            <a:extLst xmlns:a="http://schemas.openxmlformats.org/drawingml/2006/main">
              <a:ext uri="{FF2B5EF4-FFF2-40B4-BE49-F238E27FC236}">
                <a16:creationId xmlns:a16="http://schemas.microsoft.com/office/drawing/2014/main" id="{7E3F4147-02CF-45DD-B28F-C4FF6C47EDE8}"/>
              </a:ext>
            </a:extLst>
          </p:cNvPr>
          <p:cNvSpPr>
            <a:spLocks xmlns:a="http://schemas.openxmlformats.org/drawingml/2006/main" noGrp="1"/>
          </p:cNvSpPr>
          <p:nvPr/>
        </p:nvSpPr>
        <p:spPr>
          <a:xfrm xmlns:a="http://schemas.openxmlformats.org/drawingml/2006/main">
            <a:off x="4000500" y="381952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5" name="">
            <a:extLst xmlns:a="http://schemas.openxmlformats.org/drawingml/2006/main">
              <a:ext uri="{FF2B5EF4-FFF2-40B4-BE49-F238E27FC236}">
                <a16:creationId xmlns:a16="http://schemas.microsoft.com/office/drawing/2014/main" id="{F391C4E6-67A7-4E87-9E89-FC8E847204C5}"/>
              </a:ext>
            </a:extLst>
          </p:cNvPr>
          <p:cNvSpPr>
            <a:spLocks xmlns:a="http://schemas.openxmlformats.org/drawingml/2006/main" noGrp="1"/>
          </p:cNvSpPr>
          <p:nvPr/>
        </p:nvSpPr>
        <p:spPr>
          <a:xfrm xmlns:a="http://schemas.openxmlformats.org/drawingml/2006/main">
            <a:off x="4152900" y="39528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
            <a:extLst xmlns:a="http://schemas.openxmlformats.org/drawingml/2006/main">
              <a:ext uri="{FF2B5EF4-FFF2-40B4-BE49-F238E27FC236}">
                <a16:creationId xmlns:a16="http://schemas.microsoft.com/office/drawing/2014/main" id="{CAA7293A-B65C-4721-B12B-92161E2F89BF}"/>
              </a:ext>
            </a:extLst>
          </p:cNvPr>
          <p:cNvSpPr>
            <a:spLocks xmlns:a="http://schemas.openxmlformats.org/drawingml/2006/main" noGrp="1"/>
          </p:cNvSpPr>
          <p:nvPr/>
        </p:nvSpPr>
        <p:spPr>
          <a:xfrm xmlns:a="http://schemas.openxmlformats.org/drawingml/2006/main">
            <a:off x="4133850" y="435292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
            <a:extLst xmlns:a="http://schemas.openxmlformats.org/drawingml/2006/main">
              <a:ext uri="{FF2B5EF4-FFF2-40B4-BE49-F238E27FC236}">
                <a16:creationId xmlns:a16="http://schemas.microsoft.com/office/drawing/2014/main" id="{CB093EEA-B3ED-4818-ADA2-086B4BE0BB4C}"/>
              </a:ext>
            </a:extLst>
          </p:cNvPr>
          <p:cNvSpPr>
            <a:spLocks xmlns:a="http://schemas.openxmlformats.org/drawingml/2006/main" noGrp="1"/>
          </p:cNvSpPr>
          <p:nvPr/>
        </p:nvSpPr>
        <p:spPr>
          <a:xfrm xmlns:a="http://schemas.openxmlformats.org/drawingml/2006/main">
            <a:off x="4000500" y="50196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8" name="">
            <a:extLst xmlns:a="http://schemas.openxmlformats.org/drawingml/2006/main">
              <a:ext uri="{FF2B5EF4-FFF2-40B4-BE49-F238E27FC236}">
                <a16:creationId xmlns:a16="http://schemas.microsoft.com/office/drawing/2014/main" id="{4E1B4765-41B2-4C14-BC10-82DAB8CA8DBD}"/>
              </a:ext>
            </a:extLst>
          </p:cNvPr>
          <p:cNvSpPr>
            <a:spLocks xmlns:a="http://schemas.openxmlformats.org/drawingml/2006/main" noGrp="1"/>
          </p:cNvSpPr>
          <p:nvPr/>
        </p:nvSpPr>
        <p:spPr>
          <a:xfrm xmlns:a="http://schemas.openxmlformats.org/drawingml/2006/main">
            <a:off x="4152900" y="51530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
            <a:extLst xmlns:a="http://schemas.openxmlformats.org/drawingml/2006/main">
              <a:ext uri="{FF2B5EF4-FFF2-40B4-BE49-F238E27FC236}">
                <a16:creationId xmlns:a16="http://schemas.microsoft.com/office/drawing/2014/main" id="{19E23119-78E1-4427-9E6B-7468306E5BDC}"/>
              </a:ext>
            </a:extLst>
          </p:cNvPr>
          <p:cNvSpPr>
            <a:spLocks xmlns:a="http://schemas.openxmlformats.org/drawingml/2006/main" noGrp="1"/>
          </p:cNvSpPr>
          <p:nvPr/>
        </p:nvSpPr>
        <p:spPr>
          <a:xfrm xmlns:a="http://schemas.openxmlformats.org/drawingml/2006/main">
            <a:off x="4133850" y="55530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672" name=""/>
          <p:cNvCxnSpPr>
            <a:stCxn xmlns:a="http://schemas.openxmlformats.org/drawingml/2006/main" id="10" idx="3"/>
            <a:endCxn xmlns:a="http://schemas.openxmlformats.org/drawingml/2006/main" id="21" idx="1"/>
          </p:cNvCxnSpPr>
          <p:nvPr/>
        </p:nvCxnSpPr>
        <p:spPr>
          <a:xfrm xmlns:a="http://schemas.openxmlformats.org/drawingml/2006/main">
            <a:off x="3067050" y="2990850"/>
            <a:ext cx="933450" cy="381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673" name=""/>
          <p:cNvCxnSpPr>
            <a:stCxn xmlns:a="http://schemas.openxmlformats.org/drawingml/2006/main" id="10" idx="3"/>
            <a:endCxn xmlns:a="http://schemas.openxmlformats.org/drawingml/2006/main" id="24" idx="1"/>
          </p:cNvCxnSpPr>
          <p:nvPr/>
        </p:nvCxnSpPr>
        <p:spPr>
          <a:xfrm xmlns:a="http://schemas.openxmlformats.org/drawingml/2006/main">
            <a:off x="3067050" y="2990850"/>
            <a:ext cx="933450" cy="123825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674" name=""/>
          <p:cNvCxnSpPr>
            <a:stCxn xmlns:a="http://schemas.openxmlformats.org/drawingml/2006/main" id="10" idx="3"/>
            <a:endCxn xmlns:a="http://schemas.openxmlformats.org/drawingml/2006/main" id="27" idx="1"/>
          </p:cNvCxnSpPr>
          <p:nvPr/>
        </p:nvCxnSpPr>
        <p:spPr>
          <a:xfrm xmlns:a="http://schemas.openxmlformats.org/drawingml/2006/main">
            <a:off x="3067050" y="2990850"/>
            <a:ext cx="933450" cy="24384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507B2F0B-4D47-44DC-8FCA-03239312D4D0}"/>
              </a:ext>
            </a:extLst>
          </p:cNvPr>
          <p:cNvSpPr>
            <a:spLocks xmlns:a="http://schemas.openxmlformats.org/drawingml/2006/main" noGrp="1"/>
          </p:cNvSpPr>
          <p:nvPr/>
        </p:nvSpPr>
        <p:spPr>
          <a:xfrm xmlns:a="http://schemas.openxmlformats.org/drawingml/2006/main">
            <a:off x="7696200" y="2152650"/>
            <a:ext cx="352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
            <a:extLst xmlns:a="http://schemas.openxmlformats.org/drawingml/2006/main">
              <a:ext uri="{FF2B5EF4-FFF2-40B4-BE49-F238E27FC236}">
                <a16:creationId xmlns:a16="http://schemas.microsoft.com/office/drawing/2014/main" id="{F6FFB9B2-1E92-4767-89BA-B792F8D260E5}"/>
              </a:ext>
            </a:extLst>
          </p:cNvPr>
          <p:cNvSpPr>
            <a:spLocks xmlns:a="http://schemas.openxmlformats.org/drawingml/2006/main" noGrp="1"/>
          </p:cNvSpPr>
          <p:nvPr/>
        </p:nvSpPr>
        <p:spPr>
          <a:xfrm xmlns:a="http://schemas.openxmlformats.org/drawingml/2006/main">
            <a:off x="7696200" y="26193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5" name="">
            <a:extLst xmlns:a="http://schemas.openxmlformats.org/drawingml/2006/main">
              <a:ext uri="{FF2B5EF4-FFF2-40B4-BE49-F238E27FC236}">
                <a16:creationId xmlns:a16="http://schemas.microsoft.com/office/drawing/2014/main" id="{F1365CFF-7F65-4407-88DB-9306F26B20B4}"/>
              </a:ext>
            </a:extLst>
          </p:cNvPr>
          <p:cNvSpPr>
            <a:spLocks xmlns:a="http://schemas.openxmlformats.org/drawingml/2006/main" noGrp="1"/>
          </p:cNvSpPr>
          <p:nvPr/>
        </p:nvSpPr>
        <p:spPr>
          <a:xfrm xmlns:a="http://schemas.openxmlformats.org/drawingml/2006/main">
            <a:off x="7848600" y="27527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
            <a:extLst xmlns:a="http://schemas.openxmlformats.org/drawingml/2006/main">
              <a:ext uri="{FF2B5EF4-FFF2-40B4-BE49-F238E27FC236}">
                <a16:creationId xmlns:a16="http://schemas.microsoft.com/office/drawing/2014/main" id="{8EA724A2-015D-4ABA-ABF8-5D0E89596E20}"/>
              </a:ext>
            </a:extLst>
          </p:cNvPr>
          <p:cNvSpPr>
            <a:spLocks xmlns:a="http://schemas.openxmlformats.org/drawingml/2006/main" noGrp="1"/>
          </p:cNvSpPr>
          <p:nvPr/>
        </p:nvSpPr>
        <p:spPr>
          <a:xfrm xmlns:a="http://schemas.openxmlformats.org/drawingml/2006/main">
            <a:off x="7829550" y="31527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
            <a:extLst xmlns:a="http://schemas.openxmlformats.org/drawingml/2006/main">
              <a:ext uri="{FF2B5EF4-FFF2-40B4-BE49-F238E27FC236}">
                <a16:creationId xmlns:a16="http://schemas.microsoft.com/office/drawing/2014/main" id="{4CD4950B-88C9-44E6-A2CD-73A3F7986C54}"/>
              </a:ext>
            </a:extLst>
          </p:cNvPr>
          <p:cNvSpPr>
            <a:spLocks xmlns:a="http://schemas.openxmlformats.org/drawingml/2006/main" noGrp="1"/>
          </p:cNvSpPr>
          <p:nvPr/>
        </p:nvSpPr>
        <p:spPr>
          <a:xfrm xmlns:a="http://schemas.openxmlformats.org/drawingml/2006/main">
            <a:off x="7696200" y="381952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8" name="">
            <a:extLst xmlns:a="http://schemas.openxmlformats.org/drawingml/2006/main">
              <a:ext uri="{FF2B5EF4-FFF2-40B4-BE49-F238E27FC236}">
                <a16:creationId xmlns:a16="http://schemas.microsoft.com/office/drawing/2014/main" id="{CBBE9091-E52A-44AE-8116-2B8B4881F031}"/>
              </a:ext>
            </a:extLst>
          </p:cNvPr>
          <p:cNvSpPr>
            <a:spLocks xmlns:a="http://schemas.openxmlformats.org/drawingml/2006/main" noGrp="1"/>
          </p:cNvSpPr>
          <p:nvPr/>
        </p:nvSpPr>
        <p:spPr>
          <a:xfrm xmlns:a="http://schemas.openxmlformats.org/drawingml/2006/main">
            <a:off x="7848600" y="395287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
            <a:extLst xmlns:a="http://schemas.openxmlformats.org/drawingml/2006/main">
              <a:ext uri="{FF2B5EF4-FFF2-40B4-BE49-F238E27FC236}">
                <a16:creationId xmlns:a16="http://schemas.microsoft.com/office/drawing/2014/main" id="{7E0A3459-10D4-469A-860E-501121525C9B}"/>
              </a:ext>
            </a:extLst>
          </p:cNvPr>
          <p:cNvSpPr>
            <a:spLocks xmlns:a="http://schemas.openxmlformats.org/drawingml/2006/main" noGrp="1"/>
          </p:cNvSpPr>
          <p:nvPr/>
        </p:nvSpPr>
        <p:spPr>
          <a:xfrm xmlns:a="http://schemas.openxmlformats.org/drawingml/2006/main">
            <a:off x="7829550" y="435292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
            <a:extLst xmlns:a="http://schemas.openxmlformats.org/drawingml/2006/main">
              <a:ext uri="{FF2B5EF4-FFF2-40B4-BE49-F238E27FC236}">
                <a16:creationId xmlns:a16="http://schemas.microsoft.com/office/drawing/2014/main" id="{66FB2B27-D012-4F61-989C-3766F7BFC6BE}"/>
              </a:ext>
            </a:extLst>
          </p:cNvPr>
          <p:cNvSpPr>
            <a:spLocks xmlns:a="http://schemas.openxmlformats.org/drawingml/2006/main" noGrp="1"/>
          </p:cNvSpPr>
          <p:nvPr/>
        </p:nvSpPr>
        <p:spPr>
          <a:xfrm xmlns:a="http://schemas.openxmlformats.org/drawingml/2006/main">
            <a:off x="7696200" y="50196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41" name="">
            <a:extLst xmlns:a="http://schemas.openxmlformats.org/drawingml/2006/main">
              <a:ext uri="{FF2B5EF4-FFF2-40B4-BE49-F238E27FC236}">
                <a16:creationId xmlns:a16="http://schemas.microsoft.com/office/drawing/2014/main" id="{303CD0C2-4935-4448-AD81-314DD3FDA9AE}"/>
              </a:ext>
            </a:extLst>
          </p:cNvPr>
          <p:cNvSpPr>
            <a:spLocks xmlns:a="http://schemas.openxmlformats.org/drawingml/2006/main" noGrp="1"/>
          </p:cNvSpPr>
          <p:nvPr/>
        </p:nvSpPr>
        <p:spPr>
          <a:xfrm xmlns:a="http://schemas.openxmlformats.org/drawingml/2006/main">
            <a:off x="7848600" y="51530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
            <a:extLst xmlns:a="http://schemas.openxmlformats.org/drawingml/2006/main">
              <a:ext uri="{FF2B5EF4-FFF2-40B4-BE49-F238E27FC236}">
                <a16:creationId xmlns:a16="http://schemas.microsoft.com/office/drawing/2014/main" id="{91C1A80A-82C1-4AB6-94D3-C0DC0E4D779F}"/>
              </a:ext>
            </a:extLst>
          </p:cNvPr>
          <p:cNvSpPr>
            <a:spLocks xmlns:a="http://schemas.openxmlformats.org/drawingml/2006/main" noGrp="1"/>
          </p:cNvSpPr>
          <p:nvPr/>
        </p:nvSpPr>
        <p:spPr>
          <a:xfrm xmlns:a="http://schemas.openxmlformats.org/drawingml/2006/main">
            <a:off x="7829550" y="55530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685" name=""/>
          <p:cNvCxnSpPr>
            <a:stCxn xmlns:a="http://schemas.openxmlformats.org/drawingml/2006/main" id="21" idx="3"/>
            <a:endCxn xmlns:a="http://schemas.openxmlformats.org/drawingml/2006/main" id="34" idx="1"/>
          </p:cNvCxnSpPr>
          <p:nvPr/>
        </p:nvCxnSpPr>
        <p:spPr>
          <a:xfrm xmlns:a="http://schemas.openxmlformats.org/drawingml/2006/main">
            <a:off x="6381750" y="30289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686" name=""/>
          <p:cNvCxnSpPr>
            <a:stCxn xmlns:a="http://schemas.openxmlformats.org/drawingml/2006/main" id="24" idx="3"/>
            <a:endCxn xmlns:a="http://schemas.openxmlformats.org/drawingml/2006/main" id="37" idx="1"/>
          </p:cNvCxnSpPr>
          <p:nvPr/>
        </p:nvCxnSpPr>
        <p:spPr>
          <a:xfrm xmlns:a="http://schemas.openxmlformats.org/drawingml/2006/main" flipV="0">
            <a:off x="6381750" y="422910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687" name=""/>
          <p:cNvCxnSpPr>
            <a:stCxn xmlns:a="http://schemas.openxmlformats.org/drawingml/2006/main" id="27" idx="3"/>
            <a:endCxn xmlns:a="http://schemas.openxmlformats.org/drawingml/2006/main" id="40" idx="1"/>
          </p:cNvCxnSpPr>
          <p:nvPr/>
        </p:nvCxnSpPr>
        <p:spPr>
          <a:xfrm xmlns:a="http://schemas.openxmlformats.org/drawingml/2006/main" flipV="0">
            <a:off x="6381750" y="54292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sld>
</file>

<file path=ppt/slides/slide1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DB58ED5-846C-49FC-9B88-103BD54F3A7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5726F1-C5D7-49E4-A263-F68D2A628EB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EAACE9E-FB50-4E70-A1FC-ED5ADF6922D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
            <a:extLst xmlns:a="http://schemas.openxmlformats.org/drawingml/2006/main">
              <a:ext uri="{FF2B5EF4-FFF2-40B4-BE49-F238E27FC236}">
                <a16:creationId xmlns:a16="http://schemas.microsoft.com/office/drawing/2014/main" id="{75BE9A2A-B966-486D-864F-E241C2E316F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
            <a:extLst xmlns:a="http://schemas.openxmlformats.org/drawingml/2006/main">
              <a:ext uri="{FF2B5EF4-FFF2-40B4-BE49-F238E27FC236}">
                <a16:creationId xmlns:a16="http://schemas.microsoft.com/office/drawing/2014/main" id="{B6E17E41-FFA9-4756-922F-073EC13C7AA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
            <a:extLst xmlns:a="http://schemas.openxmlformats.org/drawingml/2006/main">
              <a:ext uri="{FF2B5EF4-FFF2-40B4-BE49-F238E27FC236}">
                <a16:creationId xmlns:a16="http://schemas.microsoft.com/office/drawing/2014/main" id="{B452F04A-1083-4C6A-AD04-E0DD9D45078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E9801D-CE46-4884-8D6B-400D59B40637}"/>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3bd9c3cbb4c14d7d"/>
              </a:rPr>
              <a:t>Repo reference</a:t>
            </a:r>
            <a:r>
              <a:rPr sz="825">
                <a:solidFill>
                  <a:srgbClr val="666762"/>
                </a:solidFill>
              </a:rPr>
              <a:t>  ·  </a:t>
            </a:r>
            <a:r>
              <a:rPr sz="825" u="sng">
                <a:solidFill>
                  <a:srgbClr val="666762"/>
                </a:solidFill>
                <a:hlinkClick xmlns:r="http://schemas.openxmlformats.org/officeDocument/2006/relationships" r:id="Rd41355a7e97743f6"/>
              </a:rPr>
              <a:t>Official docs</a:t>
            </a:r>
          </a:p>
        </p:txBody>
      </p:sp>
      <p:sp>
        <p:nvSpPr>
          <p:cNvPr id="8" name="">
            <a:extLst xmlns:a="http://schemas.openxmlformats.org/drawingml/2006/main">
              <a:ext uri="{FF2B5EF4-FFF2-40B4-BE49-F238E27FC236}">
                <a16:creationId xmlns:a16="http://schemas.microsoft.com/office/drawing/2014/main" id="{2CAED66A-6CEB-4684-8F25-6CD005F315A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
            <a:extLst xmlns:a="http://schemas.openxmlformats.org/drawingml/2006/main">
              <a:ext uri="{FF2B5EF4-FFF2-40B4-BE49-F238E27FC236}">
                <a16:creationId xmlns:a16="http://schemas.microsoft.com/office/drawing/2014/main" id="{26B79BA8-CD83-46E3-B2CA-799811BC63C0}"/>
              </a:ext>
            </a:extLst>
          </p:cNvPr>
          <p:cNvSpPr>
            <a:spLocks xmlns:a="http://schemas.openxmlformats.org/drawingml/2006/main" noGrp="1"/>
          </p:cNvSpPr>
          <p:nvPr/>
        </p:nvSpPr>
        <p:spPr>
          <a:xfrm xmlns:a="http://schemas.openxmlformats.org/drawingml/2006/main">
            <a:off x="6858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D496CCF-9CA6-415A-9D1D-7A5D6ECB9AC2}"/>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85C105-8B87-4B98-9D0A-82578418940F}"/>
              </a:ext>
            </a:extLst>
          </p:cNvPr>
          <p:cNvSpPr>
            <a:spLocks xmlns:a="http://schemas.openxmlformats.org/drawingml/2006/main" noGrp="1"/>
          </p:cNvSpPr>
          <p:nvPr/>
        </p:nvSpPr>
        <p:spPr>
          <a:xfrm xmlns:a="http://schemas.openxmlformats.org/drawingml/2006/main">
            <a:off x="8953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
            <a:extLst xmlns:a="http://schemas.openxmlformats.org/drawingml/2006/main">
              <a:ext uri="{FF2B5EF4-FFF2-40B4-BE49-F238E27FC236}">
                <a16:creationId xmlns:a16="http://schemas.microsoft.com/office/drawing/2014/main" id="{10CCD0B1-B566-42DA-B7BD-2B9A889F0814}"/>
              </a:ext>
            </a:extLst>
          </p:cNvPr>
          <p:cNvSpPr>
            <a:spLocks xmlns:a="http://schemas.openxmlformats.org/drawingml/2006/main" noGrp="1"/>
          </p:cNvSpPr>
          <p:nvPr/>
        </p:nvSpPr>
        <p:spPr>
          <a:xfrm xmlns:a="http://schemas.openxmlformats.org/drawingml/2006/main">
            <a:off x="8953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
            <a:extLst xmlns:a="http://schemas.openxmlformats.org/drawingml/2006/main">
              <a:ext uri="{FF2B5EF4-FFF2-40B4-BE49-F238E27FC236}">
                <a16:creationId xmlns:a16="http://schemas.microsoft.com/office/drawing/2014/main" id="{73074A0B-90A9-4CC7-A27C-C1207A59F3A2}"/>
              </a:ext>
            </a:extLst>
          </p:cNvPr>
          <p:cNvSpPr>
            <a:spLocks xmlns:a="http://schemas.openxmlformats.org/drawingml/2006/main" noGrp="1"/>
          </p:cNvSpPr>
          <p:nvPr/>
        </p:nvSpPr>
        <p:spPr>
          <a:xfrm xmlns:a="http://schemas.openxmlformats.org/drawingml/2006/main">
            <a:off x="8953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
            <a:extLst xmlns:a="http://schemas.openxmlformats.org/drawingml/2006/main">
              <a:ext uri="{FF2B5EF4-FFF2-40B4-BE49-F238E27FC236}">
                <a16:creationId xmlns:a16="http://schemas.microsoft.com/office/drawing/2014/main" id="{14196FE6-B12A-4B1A-A84D-349EF827752B}"/>
              </a:ext>
            </a:extLst>
          </p:cNvPr>
          <p:cNvSpPr>
            <a:spLocks xmlns:a="http://schemas.openxmlformats.org/drawingml/2006/main" noGrp="1"/>
          </p:cNvSpPr>
          <p:nvPr/>
        </p:nvSpPr>
        <p:spPr>
          <a:xfrm xmlns:a="http://schemas.openxmlformats.org/drawingml/2006/main">
            <a:off x="428625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5A14D051-0151-438B-9EEF-67E653F8DD94}"/>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E1E0C57-06DE-456F-90F7-5615692B07D0}"/>
              </a:ext>
            </a:extLst>
          </p:cNvPr>
          <p:cNvSpPr>
            <a:spLocks xmlns:a="http://schemas.openxmlformats.org/drawingml/2006/main" noGrp="1"/>
          </p:cNvSpPr>
          <p:nvPr/>
        </p:nvSpPr>
        <p:spPr>
          <a:xfrm xmlns:a="http://schemas.openxmlformats.org/drawingml/2006/main">
            <a:off x="449580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
            <a:extLst xmlns:a="http://schemas.openxmlformats.org/drawingml/2006/main">
              <a:ext uri="{FF2B5EF4-FFF2-40B4-BE49-F238E27FC236}">
                <a16:creationId xmlns:a16="http://schemas.microsoft.com/office/drawing/2014/main" id="{B189DBBF-301B-4C8E-A33D-765F9F357267}"/>
              </a:ext>
            </a:extLst>
          </p:cNvPr>
          <p:cNvSpPr>
            <a:spLocks xmlns:a="http://schemas.openxmlformats.org/drawingml/2006/main" noGrp="1"/>
          </p:cNvSpPr>
          <p:nvPr/>
        </p:nvSpPr>
        <p:spPr>
          <a:xfrm xmlns:a="http://schemas.openxmlformats.org/drawingml/2006/main">
            <a:off x="449580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
            <a:extLst xmlns:a="http://schemas.openxmlformats.org/drawingml/2006/main">
              <a:ext uri="{FF2B5EF4-FFF2-40B4-BE49-F238E27FC236}">
                <a16:creationId xmlns:a16="http://schemas.microsoft.com/office/drawing/2014/main" id="{6ABD6651-7D61-456F-AF51-E63F100C5D75}"/>
              </a:ext>
            </a:extLst>
          </p:cNvPr>
          <p:cNvSpPr>
            <a:spLocks xmlns:a="http://schemas.openxmlformats.org/drawingml/2006/main" noGrp="1"/>
          </p:cNvSpPr>
          <p:nvPr/>
        </p:nvSpPr>
        <p:spPr>
          <a:xfrm xmlns:a="http://schemas.openxmlformats.org/drawingml/2006/main">
            <a:off x="449580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
            <a:extLst xmlns:a="http://schemas.openxmlformats.org/drawingml/2006/main">
              <a:ext uri="{FF2B5EF4-FFF2-40B4-BE49-F238E27FC236}">
                <a16:creationId xmlns:a16="http://schemas.microsoft.com/office/drawing/2014/main" id="{D5E0CE59-6BC2-4721-A541-E863AE6102D1}"/>
              </a:ext>
            </a:extLst>
          </p:cNvPr>
          <p:cNvSpPr>
            <a:spLocks xmlns:a="http://schemas.openxmlformats.org/drawingml/2006/main" noGrp="1"/>
          </p:cNvSpPr>
          <p:nvPr/>
        </p:nvSpPr>
        <p:spPr>
          <a:xfrm xmlns:a="http://schemas.openxmlformats.org/drawingml/2006/main">
            <a:off x="78867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93E7A430-196F-40B1-A305-E098195CDD64}"/>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4DE87E-E9F1-4759-97B9-0C049FD77B23}"/>
              </a:ext>
            </a:extLst>
          </p:cNvPr>
          <p:cNvSpPr>
            <a:spLocks xmlns:a="http://schemas.openxmlformats.org/drawingml/2006/main" noGrp="1"/>
          </p:cNvSpPr>
          <p:nvPr/>
        </p:nvSpPr>
        <p:spPr>
          <a:xfrm xmlns:a="http://schemas.openxmlformats.org/drawingml/2006/main">
            <a:off x="80962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
            <a:extLst xmlns:a="http://schemas.openxmlformats.org/drawingml/2006/main">
              <a:ext uri="{FF2B5EF4-FFF2-40B4-BE49-F238E27FC236}">
                <a16:creationId xmlns:a16="http://schemas.microsoft.com/office/drawing/2014/main" id="{E1C57F98-75EF-4944-B8F6-2D8A3D826E0A}"/>
              </a:ext>
            </a:extLst>
          </p:cNvPr>
          <p:cNvSpPr>
            <a:spLocks xmlns:a="http://schemas.openxmlformats.org/drawingml/2006/main" noGrp="1"/>
          </p:cNvSpPr>
          <p:nvPr/>
        </p:nvSpPr>
        <p:spPr>
          <a:xfrm xmlns:a="http://schemas.openxmlformats.org/drawingml/2006/main">
            <a:off x="80962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
            <a:extLst xmlns:a="http://schemas.openxmlformats.org/drawingml/2006/main">
              <a:ext uri="{FF2B5EF4-FFF2-40B4-BE49-F238E27FC236}">
                <a16:creationId xmlns:a16="http://schemas.microsoft.com/office/drawing/2014/main" id="{620AB8B3-B877-4228-9582-AC4685DDEFDA}"/>
              </a:ext>
            </a:extLst>
          </p:cNvPr>
          <p:cNvSpPr>
            <a:spLocks xmlns:a="http://schemas.openxmlformats.org/drawingml/2006/main" noGrp="1"/>
          </p:cNvSpPr>
          <p:nvPr/>
        </p:nvSpPr>
        <p:spPr>
          <a:xfrm xmlns:a="http://schemas.openxmlformats.org/drawingml/2006/main">
            <a:off x="80962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
            <a:extLst xmlns:a="http://schemas.openxmlformats.org/drawingml/2006/main">
              <a:ext uri="{FF2B5EF4-FFF2-40B4-BE49-F238E27FC236}">
                <a16:creationId xmlns:a16="http://schemas.microsoft.com/office/drawing/2014/main" id="{FA2F4986-9E81-43E5-A671-750B8E376E27}"/>
              </a:ext>
            </a:extLst>
          </p:cNvPr>
          <p:cNvSpPr>
            <a:spLocks xmlns:a="http://schemas.openxmlformats.org/drawingml/2006/main" noGrp="1"/>
          </p:cNvSpPr>
          <p:nvPr/>
        </p:nvSpPr>
        <p:spPr>
          <a:xfrm xmlns:a="http://schemas.openxmlformats.org/drawingml/2006/main">
            <a:off x="1428750" y="567690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478"/>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sld>
</file>

<file path=ppt/slides/slide1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DC3B7B3-DB05-4F55-9784-B78515E9C72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316DC2-8956-4CA0-BE3B-5D8C45FD4CF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481B66-EF76-4C81-8EB6-B2BB22A4E1E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
            <a:extLst xmlns:a="http://schemas.openxmlformats.org/drawingml/2006/main">
              <a:ext uri="{FF2B5EF4-FFF2-40B4-BE49-F238E27FC236}">
                <a16:creationId xmlns:a16="http://schemas.microsoft.com/office/drawing/2014/main" id="{29D39F8E-07C4-43DB-8F81-02417BD3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
            <a:extLst xmlns:a="http://schemas.openxmlformats.org/drawingml/2006/main">
              <a:ext uri="{FF2B5EF4-FFF2-40B4-BE49-F238E27FC236}">
                <a16:creationId xmlns:a16="http://schemas.microsoft.com/office/drawing/2014/main" id="{9025CC7A-351E-4B7F-8457-41D11690FC26}"/>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
            <a:extLst xmlns:a="http://schemas.openxmlformats.org/drawingml/2006/main">
              <a:ext uri="{FF2B5EF4-FFF2-40B4-BE49-F238E27FC236}">
                <a16:creationId xmlns:a16="http://schemas.microsoft.com/office/drawing/2014/main" id="{4F54F610-91F7-459F-89B8-D7EA3BB52787}"/>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9E6550A-55F6-4545-92A7-700DD18A89C1}"/>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2b76bf3ce4c4f4d"/>
              </a:rPr>
              <a:t>Repo reference</a:t>
            </a:r>
            <a:r>
              <a:rPr sz="825">
                <a:solidFill>
                  <a:srgbClr val="666762"/>
                </a:solidFill>
              </a:rPr>
              <a:t>  ·  </a:t>
            </a:r>
            <a:r>
              <a:rPr sz="825" u="sng">
                <a:solidFill>
                  <a:srgbClr val="666762"/>
                </a:solidFill>
                <a:hlinkClick xmlns:r="http://schemas.openxmlformats.org/officeDocument/2006/relationships" r:id="R478b188305f641f5"/>
              </a:rPr>
              <a:t>Official docs</a:t>
            </a:r>
          </a:p>
        </p:txBody>
      </p:sp>
      <p:sp>
        <p:nvSpPr>
          <p:cNvPr id="8" name="">
            <a:extLst xmlns:a="http://schemas.openxmlformats.org/drawingml/2006/main">
              <a:ext uri="{FF2B5EF4-FFF2-40B4-BE49-F238E27FC236}">
                <a16:creationId xmlns:a16="http://schemas.microsoft.com/office/drawing/2014/main" id="{78CF6139-20AB-497B-BDD5-C12EDD4B31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
            <a:extLst xmlns:a="http://schemas.openxmlformats.org/drawingml/2006/main">
              <a:ext uri="{FF2B5EF4-FFF2-40B4-BE49-F238E27FC236}">
                <a16:creationId xmlns:a16="http://schemas.microsoft.com/office/drawing/2014/main" id="{49E551E6-7132-4AC9-9BEA-B70D06FFBC74}"/>
              </a:ext>
            </a:extLst>
          </p:cNvPr>
          <p:cNvSpPr>
            <a:spLocks xmlns:a="http://schemas.openxmlformats.org/drawingml/2006/main" noGrp="1"/>
          </p:cNvSpPr>
          <p:nvPr/>
        </p:nvSpPr>
        <p:spPr>
          <a:xfrm xmlns:a="http://schemas.openxmlformats.org/drawingml/2006/main">
            <a:off x="6858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0" name="">
            <a:extLst xmlns:a="http://schemas.openxmlformats.org/drawingml/2006/main">
              <a:ext uri="{FF2B5EF4-FFF2-40B4-BE49-F238E27FC236}">
                <a16:creationId xmlns:a16="http://schemas.microsoft.com/office/drawing/2014/main" id="{CA20D4F9-E1CA-4071-A2E9-EC1BD1DE2E7B}"/>
              </a:ext>
            </a:extLst>
          </p:cNvPr>
          <p:cNvSpPr>
            <a:spLocks xmlns:a="http://schemas.openxmlformats.org/drawingml/2006/main" noGrp="1"/>
          </p:cNvSpPr>
          <p:nvPr/>
        </p:nvSpPr>
        <p:spPr>
          <a:xfrm xmlns:a="http://schemas.openxmlformats.org/drawingml/2006/main">
            <a:off x="8382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
            <a:extLst xmlns:a="http://schemas.openxmlformats.org/drawingml/2006/main">
              <a:ext uri="{FF2B5EF4-FFF2-40B4-BE49-F238E27FC236}">
                <a16:creationId xmlns:a16="http://schemas.microsoft.com/office/drawing/2014/main" id="{7597093A-3D27-41B2-8C0B-3BD395FB2FDA}"/>
              </a:ext>
            </a:extLst>
          </p:cNvPr>
          <p:cNvSpPr>
            <a:spLocks xmlns:a="http://schemas.openxmlformats.org/drawingml/2006/main" noGrp="1"/>
          </p:cNvSpPr>
          <p:nvPr/>
        </p:nvSpPr>
        <p:spPr>
          <a:xfrm xmlns:a="http://schemas.openxmlformats.org/drawingml/2006/main">
            <a:off x="8191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
            <a:extLst xmlns:a="http://schemas.openxmlformats.org/drawingml/2006/main">
              <a:ext uri="{FF2B5EF4-FFF2-40B4-BE49-F238E27FC236}">
                <a16:creationId xmlns:a16="http://schemas.microsoft.com/office/drawing/2014/main" id="{5A362C78-E43D-471C-A6F5-7961A57E1ACD}"/>
              </a:ext>
            </a:extLst>
          </p:cNvPr>
          <p:cNvSpPr>
            <a:spLocks xmlns:a="http://schemas.openxmlformats.org/drawingml/2006/main" noGrp="1"/>
          </p:cNvSpPr>
          <p:nvPr/>
        </p:nvSpPr>
        <p:spPr>
          <a:xfrm xmlns:a="http://schemas.openxmlformats.org/drawingml/2006/main">
            <a:off x="34861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3" name="">
            <a:extLst xmlns:a="http://schemas.openxmlformats.org/drawingml/2006/main">
              <a:ext uri="{FF2B5EF4-FFF2-40B4-BE49-F238E27FC236}">
                <a16:creationId xmlns:a16="http://schemas.microsoft.com/office/drawing/2014/main" id="{ED607623-3447-4EF6-9482-581F4CDECE9D}"/>
              </a:ext>
            </a:extLst>
          </p:cNvPr>
          <p:cNvSpPr>
            <a:spLocks xmlns:a="http://schemas.openxmlformats.org/drawingml/2006/main" noGrp="1"/>
          </p:cNvSpPr>
          <p:nvPr/>
        </p:nvSpPr>
        <p:spPr>
          <a:xfrm xmlns:a="http://schemas.openxmlformats.org/drawingml/2006/main">
            <a:off x="36385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
            <a:extLst xmlns:a="http://schemas.openxmlformats.org/drawingml/2006/main">
              <a:ext uri="{FF2B5EF4-FFF2-40B4-BE49-F238E27FC236}">
                <a16:creationId xmlns:a16="http://schemas.microsoft.com/office/drawing/2014/main" id="{CC1211AF-41FD-43C1-A612-F2DC3E785F32}"/>
              </a:ext>
            </a:extLst>
          </p:cNvPr>
          <p:cNvSpPr>
            <a:spLocks xmlns:a="http://schemas.openxmlformats.org/drawingml/2006/main" noGrp="1"/>
          </p:cNvSpPr>
          <p:nvPr/>
        </p:nvSpPr>
        <p:spPr>
          <a:xfrm xmlns:a="http://schemas.openxmlformats.org/drawingml/2006/main">
            <a:off x="36195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
            <a:extLst xmlns:a="http://schemas.openxmlformats.org/drawingml/2006/main">
              <a:ext uri="{FF2B5EF4-FFF2-40B4-BE49-F238E27FC236}">
                <a16:creationId xmlns:a16="http://schemas.microsoft.com/office/drawing/2014/main" id="{3B32CE2A-3DBC-4714-B12D-8BE8B4396F0B}"/>
              </a:ext>
            </a:extLst>
          </p:cNvPr>
          <p:cNvSpPr>
            <a:spLocks xmlns:a="http://schemas.openxmlformats.org/drawingml/2006/main" noGrp="1"/>
          </p:cNvSpPr>
          <p:nvPr/>
        </p:nvSpPr>
        <p:spPr>
          <a:xfrm xmlns:a="http://schemas.openxmlformats.org/drawingml/2006/main">
            <a:off x="62865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FFC72C"/>
            </a:solidFill>
            <a:prstDash val="solid"/>
          </a:ln>
        </p:spPr>
      </p:sp>
      <p:sp>
        <p:nvSpPr>
          <p:cNvPr id="16" name="">
            <a:extLst xmlns:a="http://schemas.openxmlformats.org/drawingml/2006/main">
              <a:ext uri="{FF2B5EF4-FFF2-40B4-BE49-F238E27FC236}">
                <a16:creationId xmlns:a16="http://schemas.microsoft.com/office/drawing/2014/main" id="{7F03D53B-1AAA-4AAE-9241-4D565C689D29}"/>
              </a:ext>
            </a:extLst>
          </p:cNvPr>
          <p:cNvSpPr>
            <a:spLocks xmlns:a="http://schemas.openxmlformats.org/drawingml/2006/main" noGrp="1"/>
          </p:cNvSpPr>
          <p:nvPr/>
        </p:nvSpPr>
        <p:spPr>
          <a:xfrm xmlns:a="http://schemas.openxmlformats.org/drawingml/2006/main">
            <a:off x="64389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
            <a:extLst xmlns:a="http://schemas.openxmlformats.org/drawingml/2006/main">
              <a:ext uri="{FF2B5EF4-FFF2-40B4-BE49-F238E27FC236}">
                <a16:creationId xmlns:a16="http://schemas.microsoft.com/office/drawing/2014/main" id="{EDFF62AD-23E9-41BB-BE3C-1237D8F6771D}"/>
              </a:ext>
            </a:extLst>
          </p:cNvPr>
          <p:cNvSpPr>
            <a:spLocks xmlns:a="http://schemas.openxmlformats.org/drawingml/2006/main" noGrp="1"/>
          </p:cNvSpPr>
          <p:nvPr/>
        </p:nvSpPr>
        <p:spPr>
          <a:xfrm xmlns:a="http://schemas.openxmlformats.org/drawingml/2006/main">
            <a:off x="64198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
            <a:extLst xmlns:a="http://schemas.openxmlformats.org/drawingml/2006/main">
              <a:ext uri="{FF2B5EF4-FFF2-40B4-BE49-F238E27FC236}">
                <a16:creationId xmlns:a16="http://schemas.microsoft.com/office/drawing/2014/main" id="{52012078-E919-49E5-BC9E-FE11F0AD90A8}"/>
              </a:ext>
            </a:extLst>
          </p:cNvPr>
          <p:cNvSpPr>
            <a:spLocks xmlns:a="http://schemas.openxmlformats.org/drawingml/2006/main" noGrp="1"/>
          </p:cNvSpPr>
          <p:nvPr/>
        </p:nvSpPr>
        <p:spPr>
          <a:xfrm xmlns:a="http://schemas.openxmlformats.org/drawingml/2006/main">
            <a:off x="90868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8E146D63-060A-47A3-8CDF-510A67D48C54}"/>
              </a:ext>
            </a:extLst>
          </p:cNvPr>
          <p:cNvSpPr>
            <a:spLocks xmlns:a="http://schemas.openxmlformats.org/drawingml/2006/main" noGrp="1"/>
          </p:cNvSpPr>
          <p:nvPr/>
        </p:nvSpPr>
        <p:spPr>
          <a:xfrm xmlns:a="http://schemas.openxmlformats.org/drawingml/2006/main">
            <a:off x="92392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
            <a:extLst xmlns:a="http://schemas.openxmlformats.org/drawingml/2006/main">
              <a:ext uri="{FF2B5EF4-FFF2-40B4-BE49-F238E27FC236}">
                <a16:creationId xmlns:a16="http://schemas.microsoft.com/office/drawing/2014/main" id="{423CFD41-E57C-486D-BDD0-7343C81A1666}"/>
              </a:ext>
            </a:extLst>
          </p:cNvPr>
          <p:cNvSpPr>
            <a:spLocks xmlns:a="http://schemas.openxmlformats.org/drawingml/2006/main" noGrp="1"/>
          </p:cNvSpPr>
          <p:nvPr/>
        </p:nvSpPr>
        <p:spPr>
          <a:xfrm xmlns:a="http://schemas.openxmlformats.org/drawingml/2006/main">
            <a:off x="92202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55" name=""/>
          <p:cNvCxnSpPr>
            <a:stCxn xmlns:a="http://schemas.openxmlformats.org/drawingml/2006/main" id="9" idx="3"/>
            <a:endCxn xmlns:a="http://schemas.openxmlformats.org/drawingml/2006/main" id="12" idx="1"/>
          </p:cNvCxnSpPr>
          <p:nvPr/>
        </p:nvCxnSpPr>
        <p:spPr>
          <a:xfrm xmlns:a="http://schemas.openxmlformats.org/drawingml/2006/main">
            <a:off x="2828925" y="3324225"/>
            <a:ext cx="657225" cy="0"/>
          </a:xfrm>
          <a:prstGeom xmlns:a="http://schemas.openxmlformats.org/drawingml/2006/main" prst="straightConnector1">
            <a:avLst/>
          </a:prstGeom>
          <a:ln xmlns:a="http://schemas.openxmlformats.org/drawingml/2006/main" w="19050">
            <a:solidFill>
              <a:srgbClr val="A96300"/>
            </a:solidFill>
            <a:prstDash val="solid"/>
            <a:tailEnd type="triangle" w="med" len="med"/>
          </a:ln>
        </p:spPr>
      </p:cxnSp>
      <p:cxnSp>
        <p:nvCxnSpPr>
          <p:cNvPr id="356" name=""/>
          <p:cNvCxnSpPr>
            <a:stCxn xmlns:a="http://schemas.openxmlformats.org/drawingml/2006/main" id="12" idx="3"/>
            <a:endCxn xmlns:a="http://schemas.openxmlformats.org/drawingml/2006/main" id="15" idx="1"/>
          </p:cNvCxnSpPr>
          <p:nvPr/>
        </p:nvCxnSpPr>
        <p:spPr>
          <a:xfrm xmlns:a="http://schemas.openxmlformats.org/drawingml/2006/main">
            <a:off x="5629275" y="3324225"/>
            <a:ext cx="657225" cy="0"/>
          </a:xfrm>
          <a:prstGeom xmlns:a="http://schemas.openxmlformats.org/drawingml/2006/main" prst="straightConnector1">
            <a:avLst/>
          </a:prstGeom>
          <a:ln xmlns:a="http://schemas.openxmlformats.org/drawingml/2006/main" w="19050">
            <a:solidFill>
              <a:srgbClr val="FFC72C"/>
            </a:solidFill>
            <a:prstDash val="solid"/>
            <a:tailEnd type="triangle" w="med" len="med"/>
          </a:ln>
        </p:spPr>
      </p:cxnSp>
      <p:cxnSp>
        <p:nvCxnSpPr>
          <p:cNvPr id="357" name=""/>
          <p:cNvCxnSpPr>
            <a:stCxn xmlns:a="http://schemas.openxmlformats.org/drawingml/2006/main" id="15" idx="3"/>
            <a:endCxn xmlns:a="http://schemas.openxmlformats.org/drawingml/2006/main" id="18" idx="1"/>
          </p:cNvCxnSpPr>
          <p:nvPr/>
        </p:nvCxnSpPr>
        <p:spPr>
          <a:xfrm xmlns:a="http://schemas.openxmlformats.org/drawingml/2006/main">
            <a:off x="8429625" y="3324225"/>
            <a:ext cx="657225" cy="0"/>
          </a:xfrm>
          <a:prstGeom xmlns:a="http://schemas.openxmlformats.org/drawingml/2006/main" prst="straightConnector1">
            <a:avLst/>
          </a:prstGeom>
          <a:ln xmlns:a="http://schemas.openxmlformats.org/drawingml/2006/main" w="19050">
            <a:solidFill>
              <a:srgbClr val="197457"/>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77D63DAD-790E-4680-B485-1502E246ADD0}"/>
              </a:ext>
            </a:extLst>
          </p:cNvPr>
          <p:cNvSpPr>
            <a:spLocks xmlns:a="http://schemas.openxmlformats.org/drawingml/2006/main" noGrp="1"/>
          </p:cNvSpPr>
          <p:nvPr/>
        </p:nvSpPr>
        <p:spPr>
          <a:xfrm xmlns:a="http://schemas.openxmlformats.org/drawingml/2006/main">
            <a:off x="8001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D0D7435A-831C-42F7-86A2-46051B0592AD}"/>
              </a:ext>
            </a:extLst>
          </p:cNvPr>
          <p:cNvSpPr>
            <a:spLocks xmlns:a="http://schemas.openxmlformats.org/drawingml/2006/main" noGrp="1"/>
          </p:cNvSpPr>
          <p:nvPr/>
        </p:nvSpPr>
        <p:spPr>
          <a:xfrm xmlns:a="http://schemas.openxmlformats.org/drawingml/2006/main">
            <a:off x="9525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
            <a:extLst xmlns:a="http://schemas.openxmlformats.org/drawingml/2006/main">
              <a:ext uri="{FF2B5EF4-FFF2-40B4-BE49-F238E27FC236}">
                <a16:creationId xmlns:a16="http://schemas.microsoft.com/office/drawing/2014/main" id="{2743B61A-0A53-4F01-937E-68D697797D3A}"/>
              </a:ext>
            </a:extLst>
          </p:cNvPr>
          <p:cNvSpPr>
            <a:spLocks xmlns:a="http://schemas.openxmlformats.org/drawingml/2006/main" noGrp="1"/>
          </p:cNvSpPr>
          <p:nvPr/>
        </p:nvSpPr>
        <p:spPr>
          <a:xfrm xmlns:a="http://schemas.openxmlformats.org/drawingml/2006/main">
            <a:off x="9334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
            <a:extLst xmlns:a="http://schemas.openxmlformats.org/drawingml/2006/main">
              <a:ext uri="{FF2B5EF4-FFF2-40B4-BE49-F238E27FC236}">
                <a16:creationId xmlns:a16="http://schemas.microsoft.com/office/drawing/2014/main" id="{6D9DBA9A-8F89-4900-9959-BD680CE85B4E}"/>
              </a:ext>
            </a:extLst>
          </p:cNvPr>
          <p:cNvSpPr>
            <a:spLocks xmlns:a="http://schemas.openxmlformats.org/drawingml/2006/main" noGrp="1"/>
          </p:cNvSpPr>
          <p:nvPr/>
        </p:nvSpPr>
        <p:spPr>
          <a:xfrm xmlns:a="http://schemas.openxmlformats.org/drawingml/2006/main">
            <a:off x="34861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D7129F16-52AD-4387-93D9-44C4513646D4}"/>
              </a:ext>
            </a:extLst>
          </p:cNvPr>
          <p:cNvSpPr>
            <a:spLocks xmlns:a="http://schemas.openxmlformats.org/drawingml/2006/main" noGrp="1"/>
          </p:cNvSpPr>
          <p:nvPr/>
        </p:nvSpPr>
        <p:spPr>
          <a:xfrm xmlns:a="http://schemas.openxmlformats.org/drawingml/2006/main">
            <a:off x="36385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
            <a:extLst xmlns:a="http://schemas.openxmlformats.org/drawingml/2006/main">
              <a:ext uri="{FF2B5EF4-FFF2-40B4-BE49-F238E27FC236}">
                <a16:creationId xmlns:a16="http://schemas.microsoft.com/office/drawing/2014/main" id="{ED5829A2-5027-495A-BBE5-483CB443A713}"/>
              </a:ext>
            </a:extLst>
          </p:cNvPr>
          <p:cNvSpPr>
            <a:spLocks xmlns:a="http://schemas.openxmlformats.org/drawingml/2006/main" noGrp="1"/>
          </p:cNvSpPr>
          <p:nvPr/>
        </p:nvSpPr>
        <p:spPr>
          <a:xfrm xmlns:a="http://schemas.openxmlformats.org/drawingml/2006/main">
            <a:off x="36195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
            <a:extLst xmlns:a="http://schemas.openxmlformats.org/drawingml/2006/main">
              <a:ext uri="{FF2B5EF4-FFF2-40B4-BE49-F238E27FC236}">
                <a16:creationId xmlns:a16="http://schemas.microsoft.com/office/drawing/2014/main" id="{22D33A81-AED9-4FAC-9329-17F5D96115A7}"/>
              </a:ext>
            </a:extLst>
          </p:cNvPr>
          <p:cNvSpPr>
            <a:spLocks xmlns:a="http://schemas.openxmlformats.org/drawingml/2006/main" noGrp="1"/>
          </p:cNvSpPr>
          <p:nvPr/>
        </p:nvSpPr>
        <p:spPr>
          <a:xfrm xmlns:a="http://schemas.openxmlformats.org/drawingml/2006/main">
            <a:off x="61722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413B5F1-16DB-4B93-A59B-E25CAD30ED43}"/>
              </a:ext>
            </a:extLst>
          </p:cNvPr>
          <p:cNvSpPr>
            <a:spLocks xmlns:a="http://schemas.openxmlformats.org/drawingml/2006/main" noGrp="1"/>
          </p:cNvSpPr>
          <p:nvPr/>
        </p:nvSpPr>
        <p:spPr>
          <a:xfrm xmlns:a="http://schemas.openxmlformats.org/drawingml/2006/main">
            <a:off x="63246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
            <a:extLst xmlns:a="http://schemas.openxmlformats.org/drawingml/2006/main">
              <a:ext uri="{FF2B5EF4-FFF2-40B4-BE49-F238E27FC236}">
                <a16:creationId xmlns:a16="http://schemas.microsoft.com/office/drawing/2014/main" id="{A7C29D11-3FF7-4A04-ACD0-2C6249D81CA3}"/>
              </a:ext>
            </a:extLst>
          </p:cNvPr>
          <p:cNvSpPr>
            <a:spLocks xmlns:a="http://schemas.openxmlformats.org/drawingml/2006/main" noGrp="1"/>
          </p:cNvSpPr>
          <p:nvPr/>
        </p:nvSpPr>
        <p:spPr>
          <a:xfrm xmlns:a="http://schemas.openxmlformats.org/drawingml/2006/main">
            <a:off x="63055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
            <a:extLst xmlns:a="http://schemas.openxmlformats.org/drawingml/2006/main">
              <a:ext uri="{FF2B5EF4-FFF2-40B4-BE49-F238E27FC236}">
                <a16:creationId xmlns:a16="http://schemas.microsoft.com/office/drawing/2014/main" id="{491F712A-FE0D-43FA-80F2-127C4255B30F}"/>
              </a:ext>
            </a:extLst>
          </p:cNvPr>
          <p:cNvSpPr>
            <a:spLocks xmlns:a="http://schemas.openxmlformats.org/drawingml/2006/main" noGrp="1"/>
          </p:cNvSpPr>
          <p:nvPr/>
        </p:nvSpPr>
        <p:spPr>
          <a:xfrm xmlns:a="http://schemas.openxmlformats.org/drawingml/2006/main">
            <a:off x="88582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4" name="">
            <a:extLst xmlns:a="http://schemas.openxmlformats.org/drawingml/2006/main">
              <a:ext uri="{FF2B5EF4-FFF2-40B4-BE49-F238E27FC236}">
                <a16:creationId xmlns:a16="http://schemas.microsoft.com/office/drawing/2014/main" id="{0BB2023E-A999-4A03-880E-546C86C24DCB}"/>
              </a:ext>
            </a:extLst>
          </p:cNvPr>
          <p:cNvSpPr>
            <a:spLocks xmlns:a="http://schemas.openxmlformats.org/drawingml/2006/main" noGrp="1"/>
          </p:cNvSpPr>
          <p:nvPr/>
        </p:nvSpPr>
        <p:spPr>
          <a:xfrm xmlns:a="http://schemas.openxmlformats.org/drawingml/2006/main">
            <a:off x="90106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
            <a:extLst xmlns:a="http://schemas.openxmlformats.org/drawingml/2006/main">
              <a:ext uri="{FF2B5EF4-FFF2-40B4-BE49-F238E27FC236}">
                <a16:creationId xmlns:a16="http://schemas.microsoft.com/office/drawing/2014/main" id="{24C0CE3B-B6DE-4014-8B24-7125B8E6ABF4}"/>
              </a:ext>
            </a:extLst>
          </p:cNvPr>
          <p:cNvSpPr>
            <a:spLocks xmlns:a="http://schemas.openxmlformats.org/drawingml/2006/main" noGrp="1"/>
          </p:cNvSpPr>
          <p:nvPr/>
        </p:nvSpPr>
        <p:spPr>
          <a:xfrm xmlns:a="http://schemas.openxmlformats.org/drawingml/2006/main">
            <a:off x="89916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sld>
</file>

<file path=ppt/slides/slide1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D70440-F3D3-4D1D-B560-E90C2DD9E3C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BAF676-3A97-4ED6-944C-4C18AA8765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E431990-522A-4E19-8F27-6AB1C3FABEC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
            <a:extLst xmlns:a="http://schemas.openxmlformats.org/drawingml/2006/main">
              <a:ext uri="{FF2B5EF4-FFF2-40B4-BE49-F238E27FC236}">
                <a16:creationId xmlns:a16="http://schemas.microsoft.com/office/drawing/2014/main" id="{BCB76D5D-258D-44AE-B6D7-1FC8CC167B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
            <a:extLst xmlns:a="http://schemas.openxmlformats.org/drawingml/2006/main">
              <a:ext uri="{FF2B5EF4-FFF2-40B4-BE49-F238E27FC236}">
                <a16:creationId xmlns:a16="http://schemas.microsoft.com/office/drawing/2014/main" id="{6D4115DC-3D5C-4E3E-8158-C343F89D8AA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
            <a:extLst xmlns:a="http://schemas.openxmlformats.org/drawingml/2006/main">
              <a:ext uri="{FF2B5EF4-FFF2-40B4-BE49-F238E27FC236}">
                <a16:creationId xmlns:a16="http://schemas.microsoft.com/office/drawing/2014/main" id="{881B49F8-30C6-4BD1-8887-7B79ADFC89E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5976F6-91C6-4066-ABFC-94E70DF2A88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4a53018a5fb4905"/>
              </a:rPr>
              <a:t>Repo reference</a:t>
            </a:r>
            <a:r>
              <a:rPr sz="825">
                <a:solidFill>
                  <a:srgbClr val="666762"/>
                </a:solidFill>
              </a:rPr>
              <a:t>  ·  </a:t>
            </a:r>
            <a:r>
              <a:rPr sz="825" u="sng">
                <a:solidFill>
                  <a:srgbClr val="666762"/>
                </a:solidFill>
                <a:hlinkClick xmlns:r="http://schemas.openxmlformats.org/officeDocument/2006/relationships" r:id="R5421aa73b30040a5"/>
              </a:rPr>
              <a:t>Official docs</a:t>
            </a:r>
          </a:p>
        </p:txBody>
      </p:sp>
      <p:sp>
        <p:nvSpPr>
          <p:cNvPr id="8" name="">
            <a:extLst xmlns:a="http://schemas.openxmlformats.org/drawingml/2006/main">
              <a:ext uri="{FF2B5EF4-FFF2-40B4-BE49-F238E27FC236}">
                <a16:creationId xmlns:a16="http://schemas.microsoft.com/office/drawing/2014/main" id="{1E3C29D7-08EF-4E1A-99D3-5F810AAAA65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
            <a:extLst xmlns:a="http://schemas.openxmlformats.org/drawingml/2006/main">
              <a:ext uri="{FF2B5EF4-FFF2-40B4-BE49-F238E27FC236}">
                <a16:creationId xmlns:a16="http://schemas.microsoft.com/office/drawing/2014/main" id="{F18A5B71-3F18-4B0C-83DC-984E40BE0FD4}"/>
              </a:ext>
            </a:extLst>
          </p:cNvPr>
          <p:cNvSpPr>
            <a:spLocks xmlns:a="http://schemas.openxmlformats.org/drawingml/2006/main" noGrp="1"/>
          </p:cNvSpPr>
          <p:nvPr/>
        </p:nvSpPr>
        <p:spPr>
          <a:xfrm xmlns:a="http://schemas.openxmlformats.org/drawingml/2006/main">
            <a:off x="6096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B6471B91-C974-4A09-9885-9A3ACA60E67E}"/>
              </a:ext>
            </a:extLst>
          </p:cNvPr>
          <p:cNvSpPr>
            <a:spLocks xmlns:a="http://schemas.openxmlformats.org/drawingml/2006/main" noGrp="1"/>
          </p:cNvSpPr>
          <p:nvPr/>
        </p:nvSpPr>
        <p:spPr>
          <a:xfrm xmlns:a="http://schemas.openxmlformats.org/drawingml/2006/main">
            <a:off x="609600" y="2362200"/>
            <a:ext cx="66675" cy="30480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3742BE1-C4AA-4B81-BE5C-846109C3B9C0}"/>
              </a:ext>
            </a:extLst>
          </p:cNvPr>
          <p:cNvSpPr>
            <a:spLocks xmlns:a="http://schemas.openxmlformats.org/drawingml/2006/main" noGrp="1"/>
          </p:cNvSpPr>
          <p:nvPr/>
        </p:nvSpPr>
        <p:spPr>
          <a:xfrm xmlns:a="http://schemas.openxmlformats.org/drawingml/2006/main">
            <a:off x="8191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
            <a:extLst xmlns:a="http://schemas.openxmlformats.org/drawingml/2006/main">
              <a:ext uri="{FF2B5EF4-FFF2-40B4-BE49-F238E27FC236}">
                <a16:creationId xmlns:a16="http://schemas.microsoft.com/office/drawing/2014/main" id="{E27FCFF0-4C24-4ACA-895F-989F5920361E}"/>
              </a:ext>
            </a:extLst>
          </p:cNvPr>
          <p:cNvSpPr>
            <a:spLocks xmlns:a="http://schemas.openxmlformats.org/drawingml/2006/main" noGrp="1"/>
          </p:cNvSpPr>
          <p:nvPr/>
        </p:nvSpPr>
        <p:spPr>
          <a:xfrm xmlns:a="http://schemas.openxmlformats.org/drawingml/2006/main">
            <a:off x="8191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
            <a:extLst xmlns:a="http://schemas.openxmlformats.org/drawingml/2006/main">
              <a:ext uri="{FF2B5EF4-FFF2-40B4-BE49-F238E27FC236}">
                <a16:creationId xmlns:a16="http://schemas.microsoft.com/office/drawing/2014/main" id="{A41E4F92-011A-4FAF-9AD4-2354E17423BF}"/>
              </a:ext>
            </a:extLst>
          </p:cNvPr>
          <p:cNvSpPr>
            <a:spLocks xmlns:a="http://schemas.openxmlformats.org/drawingml/2006/main" noGrp="1"/>
          </p:cNvSpPr>
          <p:nvPr/>
        </p:nvSpPr>
        <p:spPr>
          <a:xfrm xmlns:a="http://schemas.openxmlformats.org/drawingml/2006/main">
            <a:off x="8191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
            <a:extLst xmlns:a="http://schemas.openxmlformats.org/drawingml/2006/main">
              <a:ext uri="{FF2B5EF4-FFF2-40B4-BE49-F238E27FC236}">
                <a16:creationId xmlns:a16="http://schemas.microsoft.com/office/drawing/2014/main" id="{DC478F3D-AC50-49DC-AC80-FEEA483FADE2}"/>
              </a:ext>
            </a:extLst>
          </p:cNvPr>
          <p:cNvSpPr>
            <a:spLocks xmlns:a="http://schemas.openxmlformats.org/drawingml/2006/main" noGrp="1"/>
          </p:cNvSpPr>
          <p:nvPr/>
        </p:nvSpPr>
        <p:spPr>
          <a:xfrm xmlns:a="http://schemas.openxmlformats.org/drawingml/2006/main">
            <a:off x="33909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C7F5CCCE-707B-41EB-BB88-FA98C4FBC394}"/>
              </a:ext>
            </a:extLst>
          </p:cNvPr>
          <p:cNvSpPr>
            <a:spLocks xmlns:a="http://schemas.openxmlformats.org/drawingml/2006/main" noGrp="1"/>
          </p:cNvSpPr>
          <p:nvPr/>
        </p:nvSpPr>
        <p:spPr>
          <a:xfrm xmlns:a="http://schemas.openxmlformats.org/drawingml/2006/main">
            <a:off x="33909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383DBFB-7283-4BDC-B253-5622232584D2}"/>
              </a:ext>
            </a:extLst>
          </p:cNvPr>
          <p:cNvSpPr>
            <a:spLocks xmlns:a="http://schemas.openxmlformats.org/drawingml/2006/main" noGrp="1"/>
          </p:cNvSpPr>
          <p:nvPr/>
        </p:nvSpPr>
        <p:spPr>
          <a:xfrm xmlns:a="http://schemas.openxmlformats.org/drawingml/2006/main">
            <a:off x="36004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
            <a:extLst xmlns:a="http://schemas.openxmlformats.org/drawingml/2006/main">
              <a:ext uri="{FF2B5EF4-FFF2-40B4-BE49-F238E27FC236}">
                <a16:creationId xmlns:a16="http://schemas.microsoft.com/office/drawing/2014/main" id="{86976CAC-84C6-4E94-9C89-E100D955CAF5}"/>
              </a:ext>
            </a:extLst>
          </p:cNvPr>
          <p:cNvSpPr>
            <a:spLocks xmlns:a="http://schemas.openxmlformats.org/drawingml/2006/main" noGrp="1"/>
          </p:cNvSpPr>
          <p:nvPr/>
        </p:nvSpPr>
        <p:spPr>
          <a:xfrm xmlns:a="http://schemas.openxmlformats.org/drawingml/2006/main">
            <a:off x="36004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
            <a:extLst xmlns:a="http://schemas.openxmlformats.org/drawingml/2006/main">
              <a:ext uri="{FF2B5EF4-FFF2-40B4-BE49-F238E27FC236}">
                <a16:creationId xmlns:a16="http://schemas.microsoft.com/office/drawing/2014/main" id="{8CCC8A01-28F9-4E4A-B4CA-3339977B83B9}"/>
              </a:ext>
            </a:extLst>
          </p:cNvPr>
          <p:cNvSpPr>
            <a:spLocks xmlns:a="http://schemas.openxmlformats.org/drawingml/2006/main" noGrp="1"/>
          </p:cNvSpPr>
          <p:nvPr/>
        </p:nvSpPr>
        <p:spPr>
          <a:xfrm xmlns:a="http://schemas.openxmlformats.org/drawingml/2006/main">
            <a:off x="36004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
            <a:extLst xmlns:a="http://schemas.openxmlformats.org/drawingml/2006/main">
              <a:ext uri="{FF2B5EF4-FFF2-40B4-BE49-F238E27FC236}">
                <a16:creationId xmlns:a16="http://schemas.microsoft.com/office/drawing/2014/main" id="{517437A8-8195-465E-93BE-8C0DE672D238}"/>
              </a:ext>
            </a:extLst>
          </p:cNvPr>
          <p:cNvSpPr>
            <a:spLocks xmlns:a="http://schemas.openxmlformats.org/drawingml/2006/main" noGrp="1"/>
          </p:cNvSpPr>
          <p:nvPr/>
        </p:nvSpPr>
        <p:spPr>
          <a:xfrm xmlns:a="http://schemas.openxmlformats.org/drawingml/2006/main">
            <a:off x="61722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D2918E27-467E-4B50-A629-33562FC018FD}"/>
              </a:ext>
            </a:extLst>
          </p:cNvPr>
          <p:cNvSpPr>
            <a:spLocks xmlns:a="http://schemas.openxmlformats.org/drawingml/2006/main" noGrp="1"/>
          </p:cNvSpPr>
          <p:nvPr/>
        </p:nvSpPr>
        <p:spPr>
          <a:xfrm xmlns:a="http://schemas.openxmlformats.org/drawingml/2006/main">
            <a:off x="61722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439025-67C1-482F-8813-C2C77339A226}"/>
              </a:ext>
            </a:extLst>
          </p:cNvPr>
          <p:cNvSpPr>
            <a:spLocks xmlns:a="http://schemas.openxmlformats.org/drawingml/2006/main" noGrp="1"/>
          </p:cNvSpPr>
          <p:nvPr/>
        </p:nvSpPr>
        <p:spPr>
          <a:xfrm xmlns:a="http://schemas.openxmlformats.org/drawingml/2006/main">
            <a:off x="63817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
            <a:extLst xmlns:a="http://schemas.openxmlformats.org/drawingml/2006/main">
              <a:ext uri="{FF2B5EF4-FFF2-40B4-BE49-F238E27FC236}">
                <a16:creationId xmlns:a16="http://schemas.microsoft.com/office/drawing/2014/main" id="{0C397136-EE63-4CD1-A97D-F26C41D77D67}"/>
              </a:ext>
            </a:extLst>
          </p:cNvPr>
          <p:cNvSpPr>
            <a:spLocks xmlns:a="http://schemas.openxmlformats.org/drawingml/2006/main" noGrp="1"/>
          </p:cNvSpPr>
          <p:nvPr/>
        </p:nvSpPr>
        <p:spPr>
          <a:xfrm xmlns:a="http://schemas.openxmlformats.org/drawingml/2006/main">
            <a:off x="63817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
            <a:extLst xmlns:a="http://schemas.openxmlformats.org/drawingml/2006/main">
              <a:ext uri="{FF2B5EF4-FFF2-40B4-BE49-F238E27FC236}">
                <a16:creationId xmlns:a16="http://schemas.microsoft.com/office/drawing/2014/main" id="{07A1B44A-9D8E-4C6E-9026-FE3A4831B52A}"/>
              </a:ext>
            </a:extLst>
          </p:cNvPr>
          <p:cNvSpPr>
            <a:spLocks xmlns:a="http://schemas.openxmlformats.org/drawingml/2006/main" noGrp="1"/>
          </p:cNvSpPr>
          <p:nvPr/>
        </p:nvSpPr>
        <p:spPr>
          <a:xfrm xmlns:a="http://schemas.openxmlformats.org/drawingml/2006/main">
            <a:off x="63817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
            <a:extLst xmlns:a="http://schemas.openxmlformats.org/drawingml/2006/main">
              <a:ext uri="{FF2B5EF4-FFF2-40B4-BE49-F238E27FC236}">
                <a16:creationId xmlns:a16="http://schemas.microsoft.com/office/drawing/2014/main" id="{5DCA6203-CF79-4A04-814A-687B127ACFE9}"/>
              </a:ext>
            </a:extLst>
          </p:cNvPr>
          <p:cNvSpPr>
            <a:spLocks xmlns:a="http://schemas.openxmlformats.org/drawingml/2006/main" noGrp="1"/>
          </p:cNvSpPr>
          <p:nvPr/>
        </p:nvSpPr>
        <p:spPr>
          <a:xfrm xmlns:a="http://schemas.openxmlformats.org/drawingml/2006/main">
            <a:off x="89535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1C3CC5B0-A16D-4764-9378-9126209071C3}"/>
              </a:ext>
            </a:extLst>
          </p:cNvPr>
          <p:cNvSpPr>
            <a:spLocks xmlns:a="http://schemas.openxmlformats.org/drawingml/2006/main" noGrp="1"/>
          </p:cNvSpPr>
          <p:nvPr/>
        </p:nvSpPr>
        <p:spPr>
          <a:xfrm xmlns:a="http://schemas.openxmlformats.org/drawingml/2006/main">
            <a:off x="89535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A8C459-2487-4BB3-9E09-E2718CE71A25}"/>
              </a:ext>
            </a:extLst>
          </p:cNvPr>
          <p:cNvSpPr>
            <a:spLocks xmlns:a="http://schemas.openxmlformats.org/drawingml/2006/main" noGrp="1"/>
          </p:cNvSpPr>
          <p:nvPr/>
        </p:nvSpPr>
        <p:spPr>
          <a:xfrm xmlns:a="http://schemas.openxmlformats.org/drawingml/2006/main">
            <a:off x="91630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
            <a:extLst xmlns:a="http://schemas.openxmlformats.org/drawingml/2006/main">
              <a:ext uri="{FF2B5EF4-FFF2-40B4-BE49-F238E27FC236}">
                <a16:creationId xmlns:a16="http://schemas.microsoft.com/office/drawing/2014/main" id="{5948D7CF-C416-450F-B7DA-1C03603A82E3}"/>
              </a:ext>
            </a:extLst>
          </p:cNvPr>
          <p:cNvSpPr>
            <a:spLocks xmlns:a="http://schemas.openxmlformats.org/drawingml/2006/main" noGrp="1"/>
          </p:cNvSpPr>
          <p:nvPr/>
        </p:nvSpPr>
        <p:spPr>
          <a:xfrm xmlns:a="http://schemas.openxmlformats.org/drawingml/2006/main">
            <a:off x="91630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
            <a:extLst xmlns:a="http://schemas.openxmlformats.org/drawingml/2006/main">
              <a:ext uri="{FF2B5EF4-FFF2-40B4-BE49-F238E27FC236}">
                <a16:creationId xmlns:a16="http://schemas.microsoft.com/office/drawing/2014/main" id="{4C402D6F-9EA5-43D8-BD92-8F2E88F15C9F}"/>
              </a:ext>
            </a:extLst>
          </p:cNvPr>
          <p:cNvSpPr>
            <a:spLocks xmlns:a="http://schemas.openxmlformats.org/drawingml/2006/main" noGrp="1"/>
          </p:cNvSpPr>
          <p:nvPr/>
        </p:nvSpPr>
        <p:spPr>
          <a:xfrm xmlns:a="http://schemas.openxmlformats.org/drawingml/2006/main">
            <a:off x="91630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
            <a:extLst xmlns:a="http://schemas.openxmlformats.org/drawingml/2006/main">
              <a:ext uri="{FF2B5EF4-FFF2-40B4-BE49-F238E27FC236}">
                <a16:creationId xmlns:a16="http://schemas.microsoft.com/office/drawing/2014/main" id="{EFA4B390-28C4-4864-BFF5-DA83004A392C}"/>
              </a:ext>
            </a:extLst>
          </p:cNvPr>
          <p:cNvSpPr>
            <a:spLocks xmlns:a="http://schemas.openxmlformats.org/drawingml/2006/main" noGrp="1"/>
          </p:cNvSpPr>
          <p:nvPr/>
        </p:nvSpPr>
        <p:spPr>
          <a:xfrm xmlns:a="http://schemas.openxmlformats.org/drawingml/2006/main">
            <a:off x="1200150" y="5743575"/>
            <a:ext cx="979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sld>
</file>

<file path=ppt/slides/slide1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875BD08-8D1C-4824-B79C-BCC42E4D7D6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30D34B-6286-4BF3-89F3-DA4C104134F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1B99D7-C3EE-4264-94C0-F3559503A85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
            <a:extLst xmlns:a="http://schemas.openxmlformats.org/drawingml/2006/main">
              <a:ext uri="{FF2B5EF4-FFF2-40B4-BE49-F238E27FC236}">
                <a16:creationId xmlns:a16="http://schemas.microsoft.com/office/drawing/2014/main" id="{004583F7-6F5A-4032-80C7-29C9EA1DCDD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
            <a:extLst xmlns:a="http://schemas.openxmlformats.org/drawingml/2006/main">
              <a:ext uri="{FF2B5EF4-FFF2-40B4-BE49-F238E27FC236}">
                <a16:creationId xmlns:a16="http://schemas.microsoft.com/office/drawing/2014/main" id="{9060ACB3-2C84-435A-9805-A51E5C6918C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
            <a:extLst xmlns:a="http://schemas.openxmlformats.org/drawingml/2006/main">
              <a:ext uri="{FF2B5EF4-FFF2-40B4-BE49-F238E27FC236}">
                <a16:creationId xmlns:a16="http://schemas.microsoft.com/office/drawing/2014/main" id="{EEB79BEB-30C1-43C8-9F05-257231E61601}"/>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74C11-597C-4180-91B0-11763F7942F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94bd70ef6534262"/>
              </a:rPr>
              <a:t>Repo reference</a:t>
            </a:r>
            <a:r>
              <a:rPr sz="825">
                <a:solidFill>
                  <a:srgbClr val="666762"/>
                </a:solidFill>
              </a:rPr>
              <a:t>  ·  </a:t>
            </a:r>
            <a:r>
              <a:rPr sz="825" u="sng">
                <a:solidFill>
                  <a:srgbClr val="666762"/>
                </a:solidFill>
                <a:hlinkClick xmlns:r="http://schemas.openxmlformats.org/officeDocument/2006/relationships" r:id="Rad2efaac483a46f9"/>
              </a:rPr>
              <a:t>Official docs</a:t>
            </a:r>
          </a:p>
        </p:txBody>
      </p:sp>
      <p:sp>
        <p:nvSpPr>
          <p:cNvPr id="8" name="">
            <a:extLst xmlns:a="http://schemas.openxmlformats.org/drawingml/2006/main">
              <a:ext uri="{FF2B5EF4-FFF2-40B4-BE49-F238E27FC236}">
                <a16:creationId xmlns:a16="http://schemas.microsoft.com/office/drawing/2014/main" id="{C7EE617E-7171-4FD1-A8BB-EC56AE465124}"/>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
            <a:extLst xmlns:a="http://schemas.openxmlformats.org/drawingml/2006/main">
              <a:ext uri="{FF2B5EF4-FFF2-40B4-BE49-F238E27FC236}">
                <a16:creationId xmlns:a16="http://schemas.microsoft.com/office/drawing/2014/main" id="{228A28E3-3E48-4EDE-BA72-9DB8C7CC1AFB}"/>
              </a:ext>
            </a:extLst>
          </p:cNvPr>
          <p:cNvSpPr>
            <a:spLocks xmlns:a="http://schemas.openxmlformats.org/drawingml/2006/main" noGrp="1"/>
          </p:cNvSpPr>
          <p:nvPr/>
        </p:nvSpPr>
        <p:spPr>
          <a:xfrm xmlns:a="http://schemas.openxmlformats.org/drawingml/2006/main">
            <a:off x="971550" y="3790950"/>
            <a:ext cx="100012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970D30-4F3B-4605-A71E-CE024ACAF42C}"/>
              </a:ext>
            </a:extLst>
          </p:cNvPr>
          <p:cNvSpPr>
            <a:spLocks xmlns:a="http://schemas.openxmlformats.org/drawingml/2006/main" noGrp="1"/>
          </p:cNvSpPr>
          <p:nvPr/>
        </p:nvSpPr>
        <p:spPr>
          <a:xfrm xmlns:a="http://schemas.openxmlformats.org/drawingml/2006/main">
            <a:off x="121920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1" name="">
            <a:extLst xmlns:a="http://schemas.openxmlformats.org/drawingml/2006/main">
              <a:ext uri="{FF2B5EF4-FFF2-40B4-BE49-F238E27FC236}">
                <a16:creationId xmlns:a16="http://schemas.microsoft.com/office/drawing/2014/main" id="{B7EDD9ED-E7AF-4FC9-AAB2-06EF29613B2F}"/>
              </a:ext>
            </a:extLst>
          </p:cNvPr>
          <p:cNvSpPr>
            <a:spLocks xmlns:a="http://schemas.openxmlformats.org/drawingml/2006/main" noGrp="1"/>
          </p:cNvSpPr>
          <p:nvPr/>
        </p:nvSpPr>
        <p:spPr>
          <a:xfrm xmlns:a="http://schemas.openxmlformats.org/drawingml/2006/main">
            <a:off x="1219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
            <a:extLst xmlns:a="http://schemas.openxmlformats.org/drawingml/2006/main">
              <a:ext uri="{FF2B5EF4-FFF2-40B4-BE49-F238E27FC236}">
                <a16:creationId xmlns:a16="http://schemas.microsoft.com/office/drawing/2014/main" id="{7E72C2A1-6C56-42FC-A5A2-B7F27E411F3D}"/>
              </a:ext>
            </a:extLst>
          </p:cNvPr>
          <p:cNvSpPr>
            <a:spLocks xmlns:a="http://schemas.openxmlformats.org/drawingml/2006/main" noGrp="1"/>
          </p:cNvSpPr>
          <p:nvPr/>
        </p:nvSpPr>
        <p:spPr>
          <a:xfrm xmlns:a="http://schemas.openxmlformats.org/drawingml/2006/main">
            <a:off x="1009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
            <a:extLst xmlns:a="http://schemas.openxmlformats.org/drawingml/2006/main">
              <a:ext uri="{FF2B5EF4-FFF2-40B4-BE49-F238E27FC236}">
                <a16:creationId xmlns:a16="http://schemas.microsoft.com/office/drawing/2014/main" id="{15FDA9DF-2A6C-46ED-A3AB-7B82C7401F53}"/>
              </a:ext>
            </a:extLst>
          </p:cNvPr>
          <p:cNvSpPr>
            <a:spLocks xmlns:a="http://schemas.openxmlformats.org/drawingml/2006/main" noGrp="1"/>
          </p:cNvSpPr>
          <p:nvPr/>
        </p:nvSpPr>
        <p:spPr>
          <a:xfrm xmlns:a="http://schemas.openxmlformats.org/drawingml/2006/main">
            <a:off x="819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
            <a:extLst xmlns:a="http://schemas.openxmlformats.org/drawingml/2006/main">
              <a:ext uri="{FF2B5EF4-FFF2-40B4-BE49-F238E27FC236}">
                <a16:creationId xmlns:a16="http://schemas.microsoft.com/office/drawing/2014/main" id="{C1E643B3-E0E9-468D-AA69-500498ADA896}"/>
              </a:ext>
            </a:extLst>
          </p:cNvPr>
          <p:cNvSpPr>
            <a:spLocks xmlns:a="http://schemas.openxmlformats.org/drawingml/2006/main" noGrp="1"/>
          </p:cNvSpPr>
          <p:nvPr/>
        </p:nvSpPr>
        <p:spPr>
          <a:xfrm xmlns:a="http://schemas.openxmlformats.org/drawingml/2006/main">
            <a:off x="742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
            <a:extLst xmlns:a="http://schemas.openxmlformats.org/drawingml/2006/main">
              <a:ext uri="{FF2B5EF4-FFF2-40B4-BE49-F238E27FC236}">
                <a16:creationId xmlns:a16="http://schemas.microsoft.com/office/drawing/2014/main" id="{208A5602-57D3-4DA2-82EC-04BCEE5B1925}"/>
              </a:ext>
            </a:extLst>
          </p:cNvPr>
          <p:cNvSpPr>
            <a:spLocks xmlns:a="http://schemas.openxmlformats.org/drawingml/2006/main" noGrp="1"/>
          </p:cNvSpPr>
          <p:nvPr/>
        </p:nvSpPr>
        <p:spPr>
          <a:xfrm xmlns:a="http://schemas.openxmlformats.org/drawingml/2006/main">
            <a:off x="302895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6" name="">
            <a:extLst xmlns:a="http://schemas.openxmlformats.org/drawingml/2006/main">
              <a:ext uri="{FF2B5EF4-FFF2-40B4-BE49-F238E27FC236}">
                <a16:creationId xmlns:a16="http://schemas.microsoft.com/office/drawing/2014/main" id="{FC484416-6227-49D8-B101-7F04A4DD5366}"/>
              </a:ext>
            </a:extLst>
          </p:cNvPr>
          <p:cNvSpPr>
            <a:spLocks xmlns:a="http://schemas.openxmlformats.org/drawingml/2006/main" noGrp="1"/>
          </p:cNvSpPr>
          <p:nvPr/>
        </p:nvSpPr>
        <p:spPr>
          <a:xfrm xmlns:a="http://schemas.openxmlformats.org/drawingml/2006/main">
            <a:off x="3028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
            <a:extLst xmlns:a="http://schemas.openxmlformats.org/drawingml/2006/main">
              <a:ext uri="{FF2B5EF4-FFF2-40B4-BE49-F238E27FC236}">
                <a16:creationId xmlns:a16="http://schemas.microsoft.com/office/drawing/2014/main" id="{7E9EA001-5D76-41BF-B585-EEEC92317757}"/>
              </a:ext>
            </a:extLst>
          </p:cNvPr>
          <p:cNvSpPr>
            <a:spLocks xmlns:a="http://schemas.openxmlformats.org/drawingml/2006/main" noGrp="1"/>
          </p:cNvSpPr>
          <p:nvPr/>
        </p:nvSpPr>
        <p:spPr>
          <a:xfrm xmlns:a="http://schemas.openxmlformats.org/drawingml/2006/main">
            <a:off x="2819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
            <a:extLst xmlns:a="http://schemas.openxmlformats.org/drawingml/2006/main">
              <a:ext uri="{FF2B5EF4-FFF2-40B4-BE49-F238E27FC236}">
                <a16:creationId xmlns:a16="http://schemas.microsoft.com/office/drawing/2014/main" id="{A371116D-EA8A-49D7-8D1D-F199C9FF5A6E}"/>
              </a:ext>
            </a:extLst>
          </p:cNvPr>
          <p:cNvSpPr>
            <a:spLocks xmlns:a="http://schemas.openxmlformats.org/drawingml/2006/main" noGrp="1"/>
          </p:cNvSpPr>
          <p:nvPr/>
        </p:nvSpPr>
        <p:spPr>
          <a:xfrm xmlns:a="http://schemas.openxmlformats.org/drawingml/2006/main">
            <a:off x="2628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
            <a:extLst xmlns:a="http://schemas.openxmlformats.org/drawingml/2006/main">
              <a:ext uri="{FF2B5EF4-FFF2-40B4-BE49-F238E27FC236}">
                <a16:creationId xmlns:a16="http://schemas.microsoft.com/office/drawing/2014/main" id="{C112D303-0517-4835-AD58-80C487AE0583}"/>
              </a:ext>
            </a:extLst>
          </p:cNvPr>
          <p:cNvSpPr>
            <a:spLocks xmlns:a="http://schemas.openxmlformats.org/drawingml/2006/main" noGrp="1"/>
          </p:cNvSpPr>
          <p:nvPr/>
        </p:nvSpPr>
        <p:spPr>
          <a:xfrm xmlns:a="http://schemas.openxmlformats.org/drawingml/2006/main">
            <a:off x="2552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
            <a:extLst xmlns:a="http://schemas.openxmlformats.org/drawingml/2006/main">
              <a:ext uri="{FF2B5EF4-FFF2-40B4-BE49-F238E27FC236}">
                <a16:creationId xmlns:a16="http://schemas.microsoft.com/office/drawing/2014/main" id="{6BF5CDFA-0DC3-4CCA-8D80-D966539213D0}"/>
              </a:ext>
            </a:extLst>
          </p:cNvPr>
          <p:cNvSpPr>
            <a:spLocks xmlns:a="http://schemas.openxmlformats.org/drawingml/2006/main" noGrp="1"/>
          </p:cNvSpPr>
          <p:nvPr/>
        </p:nvSpPr>
        <p:spPr>
          <a:xfrm xmlns:a="http://schemas.openxmlformats.org/drawingml/2006/main">
            <a:off x="48387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1" name="">
            <a:extLst xmlns:a="http://schemas.openxmlformats.org/drawingml/2006/main">
              <a:ext uri="{FF2B5EF4-FFF2-40B4-BE49-F238E27FC236}">
                <a16:creationId xmlns:a16="http://schemas.microsoft.com/office/drawing/2014/main" id="{CA490340-0B85-4157-B5DC-CFB8187DD8C2}"/>
              </a:ext>
            </a:extLst>
          </p:cNvPr>
          <p:cNvSpPr>
            <a:spLocks xmlns:a="http://schemas.openxmlformats.org/drawingml/2006/main" noGrp="1"/>
          </p:cNvSpPr>
          <p:nvPr/>
        </p:nvSpPr>
        <p:spPr>
          <a:xfrm xmlns:a="http://schemas.openxmlformats.org/drawingml/2006/main">
            <a:off x="48387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
            <a:extLst xmlns:a="http://schemas.openxmlformats.org/drawingml/2006/main">
              <a:ext uri="{FF2B5EF4-FFF2-40B4-BE49-F238E27FC236}">
                <a16:creationId xmlns:a16="http://schemas.microsoft.com/office/drawing/2014/main" id="{2F60C272-FA1F-4154-B36E-213CC267C5E7}"/>
              </a:ext>
            </a:extLst>
          </p:cNvPr>
          <p:cNvSpPr>
            <a:spLocks xmlns:a="http://schemas.openxmlformats.org/drawingml/2006/main" noGrp="1"/>
          </p:cNvSpPr>
          <p:nvPr/>
        </p:nvSpPr>
        <p:spPr>
          <a:xfrm xmlns:a="http://schemas.openxmlformats.org/drawingml/2006/main">
            <a:off x="46291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
            <a:extLst xmlns:a="http://schemas.openxmlformats.org/drawingml/2006/main">
              <a:ext uri="{FF2B5EF4-FFF2-40B4-BE49-F238E27FC236}">
                <a16:creationId xmlns:a16="http://schemas.microsoft.com/office/drawing/2014/main" id="{C7270B88-8650-463F-BCF0-151B62836AB8}"/>
              </a:ext>
            </a:extLst>
          </p:cNvPr>
          <p:cNvSpPr>
            <a:spLocks xmlns:a="http://schemas.openxmlformats.org/drawingml/2006/main" noGrp="1"/>
          </p:cNvSpPr>
          <p:nvPr/>
        </p:nvSpPr>
        <p:spPr>
          <a:xfrm xmlns:a="http://schemas.openxmlformats.org/drawingml/2006/main">
            <a:off x="44386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367"/>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
            <a:extLst xmlns:a="http://schemas.openxmlformats.org/drawingml/2006/main">
              <a:ext uri="{FF2B5EF4-FFF2-40B4-BE49-F238E27FC236}">
                <a16:creationId xmlns:a16="http://schemas.microsoft.com/office/drawing/2014/main" id="{64E70BE8-E629-4597-A7F8-CA2E4761F457}"/>
              </a:ext>
            </a:extLst>
          </p:cNvPr>
          <p:cNvSpPr>
            <a:spLocks xmlns:a="http://schemas.openxmlformats.org/drawingml/2006/main" noGrp="1"/>
          </p:cNvSpPr>
          <p:nvPr/>
        </p:nvSpPr>
        <p:spPr>
          <a:xfrm xmlns:a="http://schemas.openxmlformats.org/drawingml/2006/main">
            <a:off x="43624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
            <a:extLst xmlns:a="http://schemas.openxmlformats.org/drawingml/2006/main">
              <a:ext uri="{FF2B5EF4-FFF2-40B4-BE49-F238E27FC236}">
                <a16:creationId xmlns:a16="http://schemas.microsoft.com/office/drawing/2014/main" id="{2B3E5B0F-7861-4F86-8C28-CA4D6C25A807}"/>
              </a:ext>
            </a:extLst>
          </p:cNvPr>
          <p:cNvSpPr>
            <a:spLocks xmlns:a="http://schemas.openxmlformats.org/drawingml/2006/main" noGrp="1"/>
          </p:cNvSpPr>
          <p:nvPr/>
        </p:nvSpPr>
        <p:spPr>
          <a:xfrm xmlns:a="http://schemas.openxmlformats.org/drawingml/2006/main">
            <a:off x="66484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6" name="">
            <a:extLst xmlns:a="http://schemas.openxmlformats.org/drawingml/2006/main">
              <a:ext uri="{FF2B5EF4-FFF2-40B4-BE49-F238E27FC236}">
                <a16:creationId xmlns:a16="http://schemas.microsoft.com/office/drawing/2014/main" id="{9BBC032A-089C-43FA-84B9-CD22FC46220E}"/>
              </a:ext>
            </a:extLst>
          </p:cNvPr>
          <p:cNvSpPr>
            <a:spLocks xmlns:a="http://schemas.openxmlformats.org/drawingml/2006/main" noGrp="1"/>
          </p:cNvSpPr>
          <p:nvPr/>
        </p:nvSpPr>
        <p:spPr>
          <a:xfrm xmlns:a="http://schemas.openxmlformats.org/drawingml/2006/main">
            <a:off x="66484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
            <a:extLst xmlns:a="http://schemas.openxmlformats.org/drawingml/2006/main">
              <a:ext uri="{FF2B5EF4-FFF2-40B4-BE49-F238E27FC236}">
                <a16:creationId xmlns:a16="http://schemas.microsoft.com/office/drawing/2014/main" id="{715BC160-5D8B-4A2F-9F55-AF45AD4010EA}"/>
              </a:ext>
            </a:extLst>
          </p:cNvPr>
          <p:cNvSpPr>
            <a:spLocks xmlns:a="http://schemas.openxmlformats.org/drawingml/2006/main" noGrp="1"/>
          </p:cNvSpPr>
          <p:nvPr/>
        </p:nvSpPr>
        <p:spPr>
          <a:xfrm xmlns:a="http://schemas.openxmlformats.org/drawingml/2006/main">
            <a:off x="64389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
            <a:extLst xmlns:a="http://schemas.openxmlformats.org/drawingml/2006/main">
              <a:ext uri="{FF2B5EF4-FFF2-40B4-BE49-F238E27FC236}">
                <a16:creationId xmlns:a16="http://schemas.microsoft.com/office/drawing/2014/main" id="{AC088AA2-C961-4ED4-AA3A-93A2BEACF91E}"/>
              </a:ext>
            </a:extLst>
          </p:cNvPr>
          <p:cNvSpPr>
            <a:spLocks xmlns:a="http://schemas.openxmlformats.org/drawingml/2006/main" noGrp="1"/>
          </p:cNvSpPr>
          <p:nvPr/>
        </p:nvSpPr>
        <p:spPr>
          <a:xfrm xmlns:a="http://schemas.openxmlformats.org/drawingml/2006/main">
            <a:off x="62484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
            <a:extLst xmlns:a="http://schemas.openxmlformats.org/drawingml/2006/main">
              <a:ext uri="{FF2B5EF4-FFF2-40B4-BE49-F238E27FC236}">
                <a16:creationId xmlns:a16="http://schemas.microsoft.com/office/drawing/2014/main" id="{2280B853-4EB1-46ED-AC91-D35F1ED62C2E}"/>
              </a:ext>
            </a:extLst>
          </p:cNvPr>
          <p:cNvSpPr>
            <a:spLocks xmlns:a="http://schemas.openxmlformats.org/drawingml/2006/main" noGrp="1"/>
          </p:cNvSpPr>
          <p:nvPr/>
        </p:nvSpPr>
        <p:spPr>
          <a:xfrm xmlns:a="http://schemas.openxmlformats.org/drawingml/2006/main">
            <a:off x="61722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
            <a:extLst xmlns:a="http://schemas.openxmlformats.org/drawingml/2006/main">
              <a:ext uri="{FF2B5EF4-FFF2-40B4-BE49-F238E27FC236}">
                <a16:creationId xmlns:a16="http://schemas.microsoft.com/office/drawing/2014/main" id="{08C2F6B1-2D9E-4F06-935D-59F027BF20B8}"/>
              </a:ext>
            </a:extLst>
          </p:cNvPr>
          <p:cNvSpPr>
            <a:spLocks xmlns:a="http://schemas.openxmlformats.org/drawingml/2006/main" noGrp="1"/>
          </p:cNvSpPr>
          <p:nvPr/>
        </p:nvSpPr>
        <p:spPr>
          <a:xfrm xmlns:a="http://schemas.openxmlformats.org/drawingml/2006/main">
            <a:off x="84582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1" name="">
            <a:extLst xmlns:a="http://schemas.openxmlformats.org/drawingml/2006/main">
              <a:ext uri="{FF2B5EF4-FFF2-40B4-BE49-F238E27FC236}">
                <a16:creationId xmlns:a16="http://schemas.microsoft.com/office/drawing/2014/main" id="{218B4EDE-3BE4-4945-A03F-D4AB88A2F934}"/>
              </a:ext>
            </a:extLst>
          </p:cNvPr>
          <p:cNvSpPr>
            <a:spLocks xmlns:a="http://schemas.openxmlformats.org/drawingml/2006/main" noGrp="1"/>
          </p:cNvSpPr>
          <p:nvPr/>
        </p:nvSpPr>
        <p:spPr>
          <a:xfrm xmlns:a="http://schemas.openxmlformats.org/drawingml/2006/main">
            <a:off x="8458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
            <a:extLst xmlns:a="http://schemas.openxmlformats.org/drawingml/2006/main">
              <a:ext uri="{FF2B5EF4-FFF2-40B4-BE49-F238E27FC236}">
                <a16:creationId xmlns:a16="http://schemas.microsoft.com/office/drawing/2014/main" id="{50FA7E66-7FBC-45CD-B910-4879362CD1A0}"/>
              </a:ext>
            </a:extLst>
          </p:cNvPr>
          <p:cNvSpPr>
            <a:spLocks xmlns:a="http://schemas.openxmlformats.org/drawingml/2006/main" noGrp="1"/>
          </p:cNvSpPr>
          <p:nvPr/>
        </p:nvSpPr>
        <p:spPr>
          <a:xfrm xmlns:a="http://schemas.openxmlformats.org/drawingml/2006/main">
            <a:off x="8248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
            <a:extLst xmlns:a="http://schemas.openxmlformats.org/drawingml/2006/main">
              <a:ext uri="{FF2B5EF4-FFF2-40B4-BE49-F238E27FC236}">
                <a16:creationId xmlns:a16="http://schemas.microsoft.com/office/drawing/2014/main" id="{DB65C47A-1EB4-4834-ACE9-D697B88CE3B9}"/>
              </a:ext>
            </a:extLst>
          </p:cNvPr>
          <p:cNvSpPr>
            <a:spLocks xmlns:a="http://schemas.openxmlformats.org/drawingml/2006/main" noGrp="1"/>
          </p:cNvSpPr>
          <p:nvPr/>
        </p:nvSpPr>
        <p:spPr>
          <a:xfrm xmlns:a="http://schemas.openxmlformats.org/drawingml/2006/main">
            <a:off x="8058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
            <a:extLst xmlns:a="http://schemas.openxmlformats.org/drawingml/2006/main">
              <a:ext uri="{FF2B5EF4-FFF2-40B4-BE49-F238E27FC236}">
                <a16:creationId xmlns:a16="http://schemas.microsoft.com/office/drawing/2014/main" id="{4E2FB793-AE2D-45E4-A49E-3C2B51C45DBC}"/>
              </a:ext>
            </a:extLst>
          </p:cNvPr>
          <p:cNvSpPr>
            <a:spLocks xmlns:a="http://schemas.openxmlformats.org/drawingml/2006/main" noGrp="1"/>
          </p:cNvSpPr>
          <p:nvPr/>
        </p:nvSpPr>
        <p:spPr>
          <a:xfrm xmlns:a="http://schemas.openxmlformats.org/drawingml/2006/main">
            <a:off x="7981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
            <a:extLst xmlns:a="http://schemas.openxmlformats.org/drawingml/2006/main">
              <a:ext uri="{FF2B5EF4-FFF2-40B4-BE49-F238E27FC236}">
                <a16:creationId xmlns:a16="http://schemas.microsoft.com/office/drawing/2014/main" id="{E96E7EB9-F5AA-4DD1-B238-DD3BCB4EA87B}"/>
              </a:ext>
            </a:extLst>
          </p:cNvPr>
          <p:cNvSpPr>
            <a:spLocks xmlns:a="http://schemas.openxmlformats.org/drawingml/2006/main" noGrp="1"/>
          </p:cNvSpPr>
          <p:nvPr/>
        </p:nvSpPr>
        <p:spPr>
          <a:xfrm xmlns:a="http://schemas.openxmlformats.org/drawingml/2006/main">
            <a:off x="102679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6" name="">
            <a:extLst xmlns:a="http://schemas.openxmlformats.org/drawingml/2006/main">
              <a:ext uri="{FF2B5EF4-FFF2-40B4-BE49-F238E27FC236}">
                <a16:creationId xmlns:a16="http://schemas.microsoft.com/office/drawing/2014/main" id="{09499944-E6CC-4B38-A394-AEA8FFD28427}"/>
              </a:ext>
            </a:extLst>
          </p:cNvPr>
          <p:cNvSpPr>
            <a:spLocks xmlns:a="http://schemas.openxmlformats.org/drawingml/2006/main" noGrp="1"/>
          </p:cNvSpPr>
          <p:nvPr/>
        </p:nvSpPr>
        <p:spPr>
          <a:xfrm xmlns:a="http://schemas.openxmlformats.org/drawingml/2006/main">
            <a:off x="10267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
            <a:extLst xmlns:a="http://schemas.openxmlformats.org/drawingml/2006/main">
              <a:ext uri="{FF2B5EF4-FFF2-40B4-BE49-F238E27FC236}">
                <a16:creationId xmlns:a16="http://schemas.microsoft.com/office/drawing/2014/main" id="{41A935F6-5225-41BB-9D1F-9E0406F40172}"/>
              </a:ext>
            </a:extLst>
          </p:cNvPr>
          <p:cNvSpPr>
            <a:spLocks xmlns:a="http://schemas.openxmlformats.org/drawingml/2006/main" noGrp="1"/>
          </p:cNvSpPr>
          <p:nvPr/>
        </p:nvSpPr>
        <p:spPr>
          <a:xfrm xmlns:a="http://schemas.openxmlformats.org/drawingml/2006/main">
            <a:off x="10058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
            <a:extLst xmlns:a="http://schemas.openxmlformats.org/drawingml/2006/main">
              <a:ext uri="{FF2B5EF4-FFF2-40B4-BE49-F238E27FC236}">
                <a16:creationId xmlns:a16="http://schemas.microsoft.com/office/drawing/2014/main" id="{03B78C41-2697-41E4-BF7C-173CAF2A0434}"/>
              </a:ext>
            </a:extLst>
          </p:cNvPr>
          <p:cNvSpPr>
            <a:spLocks xmlns:a="http://schemas.openxmlformats.org/drawingml/2006/main" noGrp="1"/>
          </p:cNvSpPr>
          <p:nvPr/>
        </p:nvSpPr>
        <p:spPr>
          <a:xfrm xmlns:a="http://schemas.openxmlformats.org/drawingml/2006/main">
            <a:off x="9867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
            <a:extLst xmlns:a="http://schemas.openxmlformats.org/drawingml/2006/main">
              <a:ext uri="{FF2B5EF4-FFF2-40B4-BE49-F238E27FC236}">
                <a16:creationId xmlns:a16="http://schemas.microsoft.com/office/drawing/2014/main" id="{7F6EE68C-24CC-43D6-8383-F9766B9ECEDF}"/>
              </a:ext>
            </a:extLst>
          </p:cNvPr>
          <p:cNvSpPr>
            <a:spLocks xmlns:a="http://schemas.openxmlformats.org/drawingml/2006/main" noGrp="1"/>
          </p:cNvSpPr>
          <p:nvPr/>
        </p:nvSpPr>
        <p:spPr>
          <a:xfrm xmlns:a="http://schemas.openxmlformats.org/drawingml/2006/main">
            <a:off x="9791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
            <a:extLst xmlns:a="http://schemas.openxmlformats.org/drawingml/2006/main">
              <a:ext uri="{FF2B5EF4-FFF2-40B4-BE49-F238E27FC236}">
                <a16:creationId xmlns:a16="http://schemas.microsoft.com/office/drawing/2014/main" id="{083403D3-6501-4367-B6B9-13EA9CC96883}"/>
              </a:ext>
            </a:extLst>
          </p:cNvPr>
          <p:cNvSpPr>
            <a:spLocks xmlns:a="http://schemas.openxmlformats.org/drawingml/2006/main" noGrp="1"/>
          </p:cNvSpPr>
          <p:nvPr/>
        </p:nvSpPr>
        <p:spPr>
          <a:xfrm xmlns:a="http://schemas.openxmlformats.org/drawingml/2006/main">
            <a:off x="1619250" y="5410200"/>
            <a:ext cx="89535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86C2321D-2EAF-46F6-A445-8BDCAE2CC6E5}"/>
              </a:ext>
            </a:extLst>
          </p:cNvPr>
          <p:cNvSpPr>
            <a:spLocks xmlns:a="http://schemas.openxmlformats.org/drawingml/2006/main" noGrp="1"/>
          </p:cNvSpPr>
          <p:nvPr/>
        </p:nvSpPr>
        <p:spPr>
          <a:xfrm xmlns:a="http://schemas.openxmlformats.org/drawingml/2006/main">
            <a:off x="1790700" y="5505450"/>
            <a:ext cx="861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sld>
</file>

<file path=ppt/slides/slide1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63A1A880-42B2-4240-8C81-614EC365C4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A3BB9C-F970-48B9-8BCA-75C271D01D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50C9A46-BCD6-487B-B7AB-E161BBB358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
            <a:extLst xmlns:a="http://schemas.openxmlformats.org/drawingml/2006/main">
              <a:ext uri="{FF2B5EF4-FFF2-40B4-BE49-F238E27FC236}">
                <a16:creationId xmlns:a16="http://schemas.microsoft.com/office/drawing/2014/main" id="{CD26530F-E24B-4FCA-B8A8-DB734813748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
            <a:extLst xmlns:a="http://schemas.openxmlformats.org/drawingml/2006/main">
              <a:ext uri="{FF2B5EF4-FFF2-40B4-BE49-F238E27FC236}">
                <a16:creationId xmlns:a16="http://schemas.microsoft.com/office/drawing/2014/main" id="{2634C78F-F297-45B3-8ED5-FE7D14B74DC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
            <a:extLst xmlns:a="http://schemas.openxmlformats.org/drawingml/2006/main">
              <a:ext uri="{FF2B5EF4-FFF2-40B4-BE49-F238E27FC236}">
                <a16:creationId xmlns:a16="http://schemas.microsoft.com/office/drawing/2014/main" id="{07778F16-C4EA-4DDB-B374-049C3853959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5A91ACB-79E6-4C5F-BA16-4355A571FDB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efbd7fb23e4440b2"/>
              </a:rPr>
              <a:t>Repo reference</a:t>
            </a:r>
            <a:r>
              <a:rPr sz="825">
                <a:solidFill>
                  <a:srgbClr val="666762"/>
                </a:solidFill>
              </a:rPr>
              <a:t>  ·  </a:t>
            </a:r>
            <a:r>
              <a:rPr sz="825" u="sng">
                <a:solidFill>
                  <a:srgbClr val="666762"/>
                </a:solidFill>
                <a:hlinkClick xmlns:r="http://schemas.openxmlformats.org/officeDocument/2006/relationships" r:id="R4aa618a6dfd94da0"/>
              </a:rPr>
              <a:t>Official docs</a:t>
            </a:r>
          </a:p>
        </p:txBody>
      </p:sp>
      <p:sp>
        <p:nvSpPr>
          <p:cNvPr id="8" name="">
            <a:extLst xmlns:a="http://schemas.openxmlformats.org/drawingml/2006/main">
              <a:ext uri="{FF2B5EF4-FFF2-40B4-BE49-F238E27FC236}">
                <a16:creationId xmlns:a16="http://schemas.microsoft.com/office/drawing/2014/main" id="{01357F1B-6B35-4095-B51B-3331FBBF5DA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
            <a:extLst xmlns:a="http://schemas.openxmlformats.org/drawingml/2006/main">
              <a:ext uri="{FF2B5EF4-FFF2-40B4-BE49-F238E27FC236}">
                <a16:creationId xmlns:a16="http://schemas.microsoft.com/office/drawing/2014/main" id="{4F450649-D764-456C-98B2-0C3473B15082}"/>
              </a:ext>
            </a:extLst>
          </p:cNvPr>
          <p:cNvSpPr>
            <a:spLocks xmlns:a="http://schemas.openxmlformats.org/drawingml/2006/main" noGrp="1"/>
          </p:cNvSpPr>
          <p:nvPr/>
        </p:nvSpPr>
        <p:spPr>
          <a:xfrm xmlns:a="http://schemas.openxmlformats.org/drawingml/2006/main">
            <a:off x="685800" y="2809875"/>
            <a:ext cx="23812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F48D3E9C-5067-40EF-8B6D-54335778E7C3}"/>
              </a:ext>
            </a:extLst>
          </p:cNvPr>
          <p:cNvSpPr>
            <a:spLocks xmlns:a="http://schemas.openxmlformats.org/drawingml/2006/main" noGrp="1"/>
          </p:cNvSpPr>
          <p:nvPr/>
        </p:nvSpPr>
        <p:spPr>
          <a:xfrm xmlns:a="http://schemas.openxmlformats.org/drawingml/2006/main">
            <a:off x="838200" y="29432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
            <a:extLst xmlns:a="http://schemas.openxmlformats.org/drawingml/2006/main">
              <a:ext uri="{FF2B5EF4-FFF2-40B4-BE49-F238E27FC236}">
                <a16:creationId xmlns:a16="http://schemas.microsoft.com/office/drawing/2014/main" id="{1549F0D5-3AA7-420F-93EC-4088FD9ED042}"/>
              </a:ext>
            </a:extLst>
          </p:cNvPr>
          <p:cNvSpPr>
            <a:spLocks xmlns:a="http://schemas.openxmlformats.org/drawingml/2006/main" noGrp="1"/>
          </p:cNvSpPr>
          <p:nvPr/>
        </p:nvSpPr>
        <p:spPr>
          <a:xfrm xmlns:a="http://schemas.openxmlformats.org/drawingml/2006/main">
            <a:off x="819150" y="3343275"/>
            <a:ext cx="21145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
            <a:extLst xmlns:a="http://schemas.openxmlformats.org/drawingml/2006/main">
              <a:ext uri="{FF2B5EF4-FFF2-40B4-BE49-F238E27FC236}">
                <a16:creationId xmlns:a16="http://schemas.microsoft.com/office/drawing/2014/main" id="{86493D52-1817-44AD-8547-1C79E9DBB257}"/>
              </a:ext>
            </a:extLst>
          </p:cNvPr>
          <p:cNvSpPr>
            <a:spLocks xmlns:a="http://schemas.openxmlformats.org/drawingml/2006/main" noGrp="1"/>
          </p:cNvSpPr>
          <p:nvPr/>
        </p:nvSpPr>
        <p:spPr>
          <a:xfrm xmlns:a="http://schemas.openxmlformats.org/drawingml/2006/main">
            <a:off x="40957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C7B38D6A-4D27-411E-AA26-4B8369B6F07B}"/>
              </a:ext>
            </a:extLst>
          </p:cNvPr>
          <p:cNvSpPr>
            <a:spLocks xmlns:a="http://schemas.openxmlformats.org/drawingml/2006/main" noGrp="1"/>
          </p:cNvSpPr>
          <p:nvPr/>
        </p:nvSpPr>
        <p:spPr>
          <a:xfrm xmlns:a="http://schemas.openxmlformats.org/drawingml/2006/main">
            <a:off x="42481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
            <a:extLst xmlns:a="http://schemas.openxmlformats.org/drawingml/2006/main">
              <a:ext uri="{FF2B5EF4-FFF2-40B4-BE49-F238E27FC236}">
                <a16:creationId xmlns:a16="http://schemas.microsoft.com/office/drawing/2014/main" id="{5F0D0D70-C940-4875-91EC-6E1F29618C21}"/>
              </a:ext>
            </a:extLst>
          </p:cNvPr>
          <p:cNvSpPr>
            <a:spLocks xmlns:a="http://schemas.openxmlformats.org/drawingml/2006/main" noGrp="1"/>
          </p:cNvSpPr>
          <p:nvPr/>
        </p:nvSpPr>
        <p:spPr>
          <a:xfrm xmlns:a="http://schemas.openxmlformats.org/drawingml/2006/main">
            <a:off x="42291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
            <a:extLst xmlns:a="http://schemas.openxmlformats.org/drawingml/2006/main">
              <a:ext uri="{FF2B5EF4-FFF2-40B4-BE49-F238E27FC236}">
                <a16:creationId xmlns:a16="http://schemas.microsoft.com/office/drawing/2014/main" id="{D36E5374-DD34-42C8-B040-EFAE2CFC62E0}"/>
              </a:ext>
            </a:extLst>
          </p:cNvPr>
          <p:cNvSpPr>
            <a:spLocks xmlns:a="http://schemas.openxmlformats.org/drawingml/2006/main" noGrp="1"/>
          </p:cNvSpPr>
          <p:nvPr/>
        </p:nvSpPr>
        <p:spPr>
          <a:xfrm xmlns:a="http://schemas.openxmlformats.org/drawingml/2006/main">
            <a:off x="58864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3AD4F31A-908B-4725-A1CA-5D79D3E2A552}"/>
              </a:ext>
            </a:extLst>
          </p:cNvPr>
          <p:cNvSpPr>
            <a:spLocks xmlns:a="http://schemas.openxmlformats.org/drawingml/2006/main" noGrp="1"/>
          </p:cNvSpPr>
          <p:nvPr/>
        </p:nvSpPr>
        <p:spPr>
          <a:xfrm xmlns:a="http://schemas.openxmlformats.org/drawingml/2006/main">
            <a:off x="60388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
            <a:extLst xmlns:a="http://schemas.openxmlformats.org/drawingml/2006/main">
              <a:ext uri="{FF2B5EF4-FFF2-40B4-BE49-F238E27FC236}">
                <a16:creationId xmlns:a16="http://schemas.microsoft.com/office/drawing/2014/main" id="{27228589-C11D-45AC-98D4-31F3AE960FF9}"/>
              </a:ext>
            </a:extLst>
          </p:cNvPr>
          <p:cNvSpPr>
            <a:spLocks xmlns:a="http://schemas.openxmlformats.org/drawingml/2006/main" noGrp="1"/>
          </p:cNvSpPr>
          <p:nvPr/>
        </p:nvSpPr>
        <p:spPr>
          <a:xfrm xmlns:a="http://schemas.openxmlformats.org/drawingml/2006/main">
            <a:off x="60198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
            <a:extLst xmlns:a="http://schemas.openxmlformats.org/drawingml/2006/main">
              <a:ext uri="{FF2B5EF4-FFF2-40B4-BE49-F238E27FC236}">
                <a16:creationId xmlns:a16="http://schemas.microsoft.com/office/drawing/2014/main" id="{714F41F6-6AF1-4305-BFA9-9FCF637160E6}"/>
              </a:ext>
            </a:extLst>
          </p:cNvPr>
          <p:cNvSpPr>
            <a:spLocks xmlns:a="http://schemas.openxmlformats.org/drawingml/2006/main" noGrp="1"/>
          </p:cNvSpPr>
          <p:nvPr/>
        </p:nvSpPr>
        <p:spPr>
          <a:xfrm xmlns:a="http://schemas.openxmlformats.org/drawingml/2006/main">
            <a:off x="76771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19" name="">
            <a:extLst xmlns:a="http://schemas.openxmlformats.org/drawingml/2006/main">
              <a:ext uri="{FF2B5EF4-FFF2-40B4-BE49-F238E27FC236}">
                <a16:creationId xmlns:a16="http://schemas.microsoft.com/office/drawing/2014/main" id="{CD4CFFC9-9B40-402D-9836-6E8340BF8C76}"/>
              </a:ext>
            </a:extLst>
          </p:cNvPr>
          <p:cNvSpPr>
            <a:spLocks xmlns:a="http://schemas.openxmlformats.org/drawingml/2006/main" noGrp="1"/>
          </p:cNvSpPr>
          <p:nvPr/>
        </p:nvSpPr>
        <p:spPr>
          <a:xfrm xmlns:a="http://schemas.openxmlformats.org/drawingml/2006/main">
            <a:off x="78295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
            <a:extLst xmlns:a="http://schemas.openxmlformats.org/drawingml/2006/main">
              <a:ext uri="{FF2B5EF4-FFF2-40B4-BE49-F238E27FC236}">
                <a16:creationId xmlns:a16="http://schemas.microsoft.com/office/drawing/2014/main" id="{CD2EF8F9-8B23-421D-BC9E-425B6B881C6A}"/>
              </a:ext>
            </a:extLst>
          </p:cNvPr>
          <p:cNvSpPr>
            <a:spLocks xmlns:a="http://schemas.openxmlformats.org/drawingml/2006/main" noGrp="1"/>
          </p:cNvSpPr>
          <p:nvPr/>
        </p:nvSpPr>
        <p:spPr>
          <a:xfrm xmlns:a="http://schemas.openxmlformats.org/drawingml/2006/main">
            <a:off x="78105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
            <a:extLst xmlns:a="http://schemas.openxmlformats.org/drawingml/2006/main">
              <a:ext uri="{FF2B5EF4-FFF2-40B4-BE49-F238E27FC236}">
                <a16:creationId xmlns:a16="http://schemas.microsoft.com/office/drawing/2014/main" id="{279FD8F0-EBF7-4F30-BE67-74E903FFBA38}"/>
              </a:ext>
            </a:extLst>
          </p:cNvPr>
          <p:cNvSpPr>
            <a:spLocks xmlns:a="http://schemas.openxmlformats.org/drawingml/2006/main" noGrp="1"/>
          </p:cNvSpPr>
          <p:nvPr/>
        </p:nvSpPr>
        <p:spPr>
          <a:xfrm xmlns:a="http://schemas.openxmlformats.org/drawingml/2006/main">
            <a:off x="94678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E86E3BC3-C7A5-4B5A-AAAF-42946AA96F42}"/>
              </a:ext>
            </a:extLst>
          </p:cNvPr>
          <p:cNvSpPr>
            <a:spLocks xmlns:a="http://schemas.openxmlformats.org/drawingml/2006/main" noGrp="1"/>
          </p:cNvSpPr>
          <p:nvPr/>
        </p:nvSpPr>
        <p:spPr>
          <a:xfrm xmlns:a="http://schemas.openxmlformats.org/drawingml/2006/main">
            <a:off x="96202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
            <a:extLst xmlns:a="http://schemas.openxmlformats.org/drawingml/2006/main">
              <a:ext uri="{FF2B5EF4-FFF2-40B4-BE49-F238E27FC236}">
                <a16:creationId xmlns:a16="http://schemas.microsoft.com/office/drawing/2014/main" id="{D48823FF-675C-47AE-9321-F5D5414C6FAD}"/>
              </a:ext>
            </a:extLst>
          </p:cNvPr>
          <p:cNvSpPr>
            <a:spLocks xmlns:a="http://schemas.openxmlformats.org/drawingml/2006/main" noGrp="1"/>
          </p:cNvSpPr>
          <p:nvPr/>
        </p:nvSpPr>
        <p:spPr>
          <a:xfrm xmlns:a="http://schemas.openxmlformats.org/drawingml/2006/main">
            <a:off x="96012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
            <a:extLst xmlns:a="http://schemas.openxmlformats.org/drawingml/2006/main">
              <a:ext uri="{FF2B5EF4-FFF2-40B4-BE49-F238E27FC236}">
                <a16:creationId xmlns:a16="http://schemas.microsoft.com/office/drawing/2014/main" id="{CA826FC9-89E3-4FD5-8C57-8604F6DE05BC}"/>
              </a:ext>
            </a:extLst>
          </p:cNvPr>
          <p:cNvSpPr>
            <a:spLocks xmlns:a="http://schemas.openxmlformats.org/drawingml/2006/main" noGrp="1"/>
          </p:cNvSpPr>
          <p:nvPr/>
        </p:nvSpPr>
        <p:spPr>
          <a:xfrm xmlns:a="http://schemas.openxmlformats.org/drawingml/2006/main">
            <a:off x="40957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5" name="">
            <a:extLst xmlns:a="http://schemas.openxmlformats.org/drawingml/2006/main">
              <a:ext uri="{FF2B5EF4-FFF2-40B4-BE49-F238E27FC236}">
                <a16:creationId xmlns:a16="http://schemas.microsoft.com/office/drawing/2014/main" id="{765A5C26-8108-4188-A4BC-8703B2E4BB38}"/>
              </a:ext>
            </a:extLst>
          </p:cNvPr>
          <p:cNvSpPr>
            <a:spLocks xmlns:a="http://schemas.openxmlformats.org/drawingml/2006/main" noGrp="1"/>
          </p:cNvSpPr>
          <p:nvPr/>
        </p:nvSpPr>
        <p:spPr>
          <a:xfrm xmlns:a="http://schemas.openxmlformats.org/drawingml/2006/main">
            <a:off x="42481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
            <a:extLst xmlns:a="http://schemas.openxmlformats.org/drawingml/2006/main">
              <a:ext uri="{FF2B5EF4-FFF2-40B4-BE49-F238E27FC236}">
                <a16:creationId xmlns:a16="http://schemas.microsoft.com/office/drawing/2014/main" id="{FF78B29B-3951-4612-A6C7-288085983ADC}"/>
              </a:ext>
            </a:extLst>
          </p:cNvPr>
          <p:cNvSpPr>
            <a:spLocks xmlns:a="http://schemas.openxmlformats.org/drawingml/2006/main" noGrp="1"/>
          </p:cNvSpPr>
          <p:nvPr/>
        </p:nvSpPr>
        <p:spPr>
          <a:xfrm xmlns:a="http://schemas.openxmlformats.org/drawingml/2006/main">
            <a:off x="42291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
            <a:extLst xmlns:a="http://schemas.openxmlformats.org/drawingml/2006/main">
              <a:ext uri="{FF2B5EF4-FFF2-40B4-BE49-F238E27FC236}">
                <a16:creationId xmlns:a16="http://schemas.microsoft.com/office/drawing/2014/main" id="{005E4646-31FE-4ACF-AD41-4BAD3DE4D697}"/>
              </a:ext>
            </a:extLst>
          </p:cNvPr>
          <p:cNvSpPr>
            <a:spLocks xmlns:a="http://schemas.openxmlformats.org/drawingml/2006/main" noGrp="1"/>
          </p:cNvSpPr>
          <p:nvPr/>
        </p:nvSpPr>
        <p:spPr>
          <a:xfrm xmlns:a="http://schemas.openxmlformats.org/drawingml/2006/main">
            <a:off x="58864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8" name="">
            <a:extLst xmlns:a="http://schemas.openxmlformats.org/drawingml/2006/main">
              <a:ext uri="{FF2B5EF4-FFF2-40B4-BE49-F238E27FC236}">
                <a16:creationId xmlns:a16="http://schemas.microsoft.com/office/drawing/2014/main" id="{0A381827-ED81-4052-B398-E55ECF52965F}"/>
              </a:ext>
            </a:extLst>
          </p:cNvPr>
          <p:cNvSpPr>
            <a:spLocks xmlns:a="http://schemas.openxmlformats.org/drawingml/2006/main" noGrp="1"/>
          </p:cNvSpPr>
          <p:nvPr/>
        </p:nvSpPr>
        <p:spPr>
          <a:xfrm xmlns:a="http://schemas.openxmlformats.org/drawingml/2006/main">
            <a:off x="60388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
            <a:extLst xmlns:a="http://schemas.openxmlformats.org/drawingml/2006/main">
              <a:ext uri="{FF2B5EF4-FFF2-40B4-BE49-F238E27FC236}">
                <a16:creationId xmlns:a16="http://schemas.microsoft.com/office/drawing/2014/main" id="{6C8551B1-4569-447B-B8E1-D0DDE291C76B}"/>
              </a:ext>
            </a:extLst>
          </p:cNvPr>
          <p:cNvSpPr>
            <a:spLocks xmlns:a="http://schemas.openxmlformats.org/drawingml/2006/main" noGrp="1"/>
          </p:cNvSpPr>
          <p:nvPr/>
        </p:nvSpPr>
        <p:spPr>
          <a:xfrm xmlns:a="http://schemas.openxmlformats.org/drawingml/2006/main">
            <a:off x="60198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
            <a:extLst xmlns:a="http://schemas.openxmlformats.org/drawingml/2006/main">
              <a:ext uri="{FF2B5EF4-FFF2-40B4-BE49-F238E27FC236}">
                <a16:creationId xmlns:a16="http://schemas.microsoft.com/office/drawing/2014/main" id="{BF9E7A39-B01A-4C47-B02A-CAE6C26C8F45}"/>
              </a:ext>
            </a:extLst>
          </p:cNvPr>
          <p:cNvSpPr>
            <a:spLocks xmlns:a="http://schemas.openxmlformats.org/drawingml/2006/main" noGrp="1"/>
          </p:cNvSpPr>
          <p:nvPr/>
        </p:nvSpPr>
        <p:spPr>
          <a:xfrm xmlns:a="http://schemas.openxmlformats.org/drawingml/2006/main">
            <a:off x="76771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31" name="">
            <a:extLst xmlns:a="http://schemas.openxmlformats.org/drawingml/2006/main">
              <a:ext uri="{FF2B5EF4-FFF2-40B4-BE49-F238E27FC236}">
                <a16:creationId xmlns:a16="http://schemas.microsoft.com/office/drawing/2014/main" id="{0160DBCB-314F-4B43-ACCD-6A294635DB2F}"/>
              </a:ext>
            </a:extLst>
          </p:cNvPr>
          <p:cNvSpPr>
            <a:spLocks xmlns:a="http://schemas.openxmlformats.org/drawingml/2006/main" noGrp="1"/>
          </p:cNvSpPr>
          <p:nvPr/>
        </p:nvSpPr>
        <p:spPr>
          <a:xfrm xmlns:a="http://schemas.openxmlformats.org/drawingml/2006/main">
            <a:off x="78295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
            <a:extLst xmlns:a="http://schemas.openxmlformats.org/drawingml/2006/main">
              <a:ext uri="{FF2B5EF4-FFF2-40B4-BE49-F238E27FC236}">
                <a16:creationId xmlns:a16="http://schemas.microsoft.com/office/drawing/2014/main" id="{9B8B7670-3583-4362-BDE5-FAE4219B821C}"/>
              </a:ext>
            </a:extLst>
          </p:cNvPr>
          <p:cNvSpPr>
            <a:spLocks xmlns:a="http://schemas.openxmlformats.org/drawingml/2006/main" noGrp="1"/>
          </p:cNvSpPr>
          <p:nvPr/>
        </p:nvSpPr>
        <p:spPr>
          <a:xfrm xmlns:a="http://schemas.openxmlformats.org/drawingml/2006/main">
            <a:off x="78105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
            <a:extLst xmlns:a="http://schemas.openxmlformats.org/drawingml/2006/main">
              <a:ext uri="{FF2B5EF4-FFF2-40B4-BE49-F238E27FC236}">
                <a16:creationId xmlns:a16="http://schemas.microsoft.com/office/drawing/2014/main" id="{44A550F2-166A-4767-A6EE-43B497A1D653}"/>
              </a:ext>
            </a:extLst>
          </p:cNvPr>
          <p:cNvSpPr>
            <a:spLocks xmlns:a="http://schemas.openxmlformats.org/drawingml/2006/main" noGrp="1"/>
          </p:cNvSpPr>
          <p:nvPr/>
        </p:nvSpPr>
        <p:spPr>
          <a:xfrm xmlns:a="http://schemas.openxmlformats.org/drawingml/2006/main">
            <a:off x="94678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97457"/>
            </a:solidFill>
            <a:prstDash val="solid"/>
          </a:ln>
        </p:spPr>
      </p:sp>
      <p:sp>
        <p:nvSpPr>
          <p:cNvPr id="34" name="">
            <a:extLst xmlns:a="http://schemas.openxmlformats.org/drawingml/2006/main">
              <a:ext uri="{FF2B5EF4-FFF2-40B4-BE49-F238E27FC236}">
                <a16:creationId xmlns:a16="http://schemas.microsoft.com/office/drawing/2014/main" id="{8D0F432A-1B4E-45B5-BD50-5445DAC0331F}"/>
              </a:ext>
            </a:extLst>
          </p:cNvPr>
          <p:cNvSpPr>
            <a:spLocks xmlns:a="http://schemas.openxmlformats.org/drawingml/2006/main" noGrp="1"/>
          </p:cNvSpPr>
          <p:nvPr/>
        </p:nvSpPr>
        <p:spPr>
          <a:xfrm xmlns:a="http://schemas.openxmlformats.org/drawingml/2006/main">
            <a:off x="96202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
            <a:extLst xmlns:a="http://schemas.openxmlformats.org/drawingml/2006/main">
              <a:ext uri="{FF2B5EF4-FFF2-40B4-BE49-F238E27FC236}">
                <a16:creationId xmlns:a16="http://schemas.microsoft.com/office/drawing/2014/main" id="{D815DAEE-F491-4130-A9B3-197AB9250230}"/>
              </a:ext>
            </a:extLst>
          </p:cNvPr>
          <p:cNvSpPr>
            <a:spLocks xmlns:a="http://schemas.openxmlformats.org/drawingml/2006/main" noGrp="1"/>
          </p:cNvSpPr>
          <p:nvPr/>
        </p:nvSpPr>
        <p:spPr>
          <a:xfrm xmlns:a="http://schemas.openxmlformats.org/drawingml/2006/main">
            <a:off x="96012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
            <a:extLst xmlns:a="http://schemas.openxmlformats.org/drawingml/2006/main">
              <a:ext uri="{FF2B5EF4-FFF2-40B4-BE49-F238E27FC236}">
                <a16:creationId xmlns:a16="http://schemas.microsoft.com/office/drawing/2014/main" id="{180DA062-A33C-4018-9D72-C5DEEA0C653E}"/>
              </a:ext>
            </a:extLst>
          </p:cNvPr>
          <p:cNvSpPr>
            <a:spLocks xmlns:a="http://schemas.openxmlformats.org/drawingml/2006/main" noGrp="1"/>
          </p:cNvSpPr>
          <p:nvPr/>
        </p:nvSpPr>
        <p:spPr>
          <a:xfrm xmlns:a="http://schemas.openxmlformats.org/drawingml/2006/main">
            <a:off x="3333750" y="3238500"/>
            <a:ext cx="514350" cy="5334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DC24E81-279B-4DA2-8A7A-BBCCF23DBAFD}"/>
              </a:ext>
            </a:extLst>
          </p:cNvPr>
          <p:cNvSpPr>
            <a:spLocks xmlns:a="http://schemas.openxmlformats.org/drawingml/2006/main" noGrp="1"/>
          </p:cNvSpPr>
          <p:nvPr/>
        </p:nvSpPr>
        <p:spPr>
          <a:xfrm xmlns:a="http://schemas.openxmlformats.org/drawingml/2006/main">
            <a:off x="3143250" y="3905250"/>
            <a:ext cx="914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
            <a:extLst xmlns:a="http://schemas.openxmlformats.org/drawingml/2006/main">
              <a:ext uri="{FF2B5EF4-FFF2-40B4-BE49-F238E27FC236}">
                <a16:creationId xmlns:a16="http://schemas.microsoft.com/office/drawing/2014/main" id="{E6EB4CCC-F4FE-42BF-BC65-A088267C7F18}"/>
              </a:ext>
            </a:extLst>
          </p:cNvPr>
          <p:cNvSpPr>
            <a:spLocks xmlns:a="http://schemas.openxmlformats.org/drawingml/2006/main" noGrp="1"/>
          </p:cNvSpPr>
          <p:nvPr/>
        </p:nvSpPr>
        <p:spPr>
          <a:xfrm xmlns:a="http://schemas.openxmlformats.org/drawingml/2006/main">
            <a:off x="2476500" y="58102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sld>
</file>

<file path=ppt/slides/slide1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411453F-FD67-4F31-BE00-A8FA470FFB0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EEBF07-37C2-4709-AA30-315D9AFC33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811627A-7972-4F50-A97A-16985495933C}"/>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
            <a:extLst xmlns:a="http://schemas.openxmlformats.org/drawingml/2006/main">
              <a:ext uri="{FF2B5EF4-FFF2-40B4-BE49-F238E27FC236}">
                <a16:creationId xmlns:a16="http://schemas.microsoft.com/office/drawing/2014/main" id="{15ED21F7-713A-4E44-95DE-7574A4B21769}"/>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
            <a:extLst xmlns:a="http://schemas.openxmlformats.org/drawingml/2006/main">
              <a:ext uri="{FF2B5EF4-FFF2-40B4-BE49-F238E27FC236}">
                <a16:creationId xmlns:a16="http://schemas.microsoft.com/office/drawing/2014/main" id="{98AE9B19-FF2E-4FE4-98AC-1337FC28E3A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
            <a:extLst xmlns:a="http://schemas.openxmlformats.org/drawingml/2006/main">
              <a:ext uri="{FF2B5EF4-FFF2-40B4-BE49-F238E27FC236}">
                <a16:creationId xmlns:a16="http://schemas.microsoft.com/office/drawing/2014/main" id="{F46D8D11-BD17-4576-BA1A-424F556452E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8AC345E-81B6-42FE-ACF2-3A7D7658CA2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e5cc34ae0d8435a"/>
              </a:rPr>
              <a:t>Repo reference</a:t>
            </a:r>
            <a:r>
              <a:rPr sz="825">
                <a:solidFill>
                  <a:srgbClr val="666762"/>
                </a:solidFill>
              </a:rPr>
              <a:t>  ·  </a:t>
            </a:r>
            <a:r>
              <a:rPr sz="825" u="sng">
                <a:solidFill>
                  <a:srgbClr val="666762"/>
                </a:solidFill>
                <a:hlinkClick xmlns:r="http://schemas.openxmlformats.org/officeDocument/2006/relationships" r:id="Rfbde975b56814747"/>
              </a:rPr>
              <a:t>Official docs</a:t>
            </a:r>
          </a:p>
        </p:txBody>
      </p:sp>
      <p:sp>
        <p:nvSpPr>
          <p:cNvPr id="8" name="">
            <a:extLst xmlns:a="http://schemas.openxmlformats.org/drawingml/2006/main">
              <a:ext uri="{FF2B5EF4-FFF2-40B4-BE49-F238E27FC236}">
                <a16:creationId xmlns:a16="http://schemas.microsoft.com/office/drawing/2014/main" id="{3CBA9384-9966-4B49-97BD-E4759F359DD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
            <a:extLst xmlns:a="http://schemas.openxmlformats.org/drawingml/2006/main">
              <a:ext uri="{FF2B5EF4-FFF2-40B4-BE49-F238E27FC236}">
                <a16:creationId xmlns:a16="http://schemas.microsoft.com/office/drawing/2014/main" id="{53576948-919C-463A-B7DB-D2B75E6EF32B}"/>
              </a:ext>
            </a:extLst>
          </p:cNvPr>
          <p:cNvSpPr>
            <a:spLocks xmlns:a="http://schemas.openxmlformats.org/drawingml/2006/main" noGrp="1"/>
          </p:cNvSpPr>
          <p:nvPr/>
        </p:nvSpPr>
        <p:spPr>
          <a:xfrm xmlns:a="http://schemas.openxmlformats.org/drawingml/2006/main">
            <a:off x="666750" y="3095625"/>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4288">
            <a:solidFill>
              <a:srgbClr val="111111"/>
            </a:solidFill>
            <a:prstDash val="solid"/>
          </a:ln>
        </p:spPr>
      </p:sp>
      <p:sp>
        <p:nvSpPr>
          <p:cNvPr id="10" name="">
            <a:extLst xmlns:a="http://schemas.openxmlformats.org/drawingml/2006/main">
              <a:ext uri="{FF2B5EF4-FFF2-40B4-BE49-F238E27FC236}">
                <a16:creationId xmlns:a16="http://schemas.microsoft.com/office/drawing/2014/main" id="{0FC45C3D-A9CB-4267-AB45-6684A921676D}"/>
              </a:ext>
            </a:extLst>
          </p:cNvPr>
          <p:cNvSpPr>
            <a:spLocks xmlns:a="http://schemas.openxmlformats.org/drawingml/2006/main" noGrp="1"/>
          </p:cNvSpPr>
          <p:nvPr/>
        </p:nvSpPr>
        <p:spPr>
          <a:xfrm xmlns:a="http://schemas.openxmlformats.org/drawingml/2006/main">
            <a:off x="819150" y="3228975"/>
            <a:ext cx="1409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
            <a:extLst xmlns:a="http://schemas.openxmlformats.org/drawingml/2006/main">
              <a:ext uri="{FF2B5EF4-FFF2-40B4-BE49-F238E27FC236}">
                <a16:creationId xmlns:a16="http://schemas.microsoft.com/office/drawing/2014/main" id="{E95C5E7A-19D1-4000-82DC-4E9D2623BA79}"/>
              </a:ext>
            </a:extLst>
          </p:cNvPr>
          <p:cNvSpPr>
            <a:spLocks xmlns:a="http://schemas.openxmlformats.org/drawingml/2006/main" noGrp="1"/>
          </p:cNvSpPr>
          <p:nvPr/>
        </p:nvSpPr>
        <p:spPr>
          <a:xfrm xmlns:a="http://schemas.openxmlformats.org/drawingml/2006/main">
            <a:off x="800100" y="3629025"/>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
            <a:extLst xmlns:a="http://schemas.openxmlformats.org/drawingml/2006/main">
              <a:ext uri="{FF2B5EF4-FFF2-40B4-BE49-F238E27FC236}">
                <a16:creationId xmlns:a16="http://schemas.microsoft.com/office/drawing/2014/main" id="{AE373801-342A-4566-BA2B-126B260832EA}"/>
              </a:ext>
            </a:extLst>
          </p:cNvPr>
          <p:cNvSpPr>
            <a:spLocks xmlns:a="http://schemas.openxmlformats.org/drawingml/2006/main" noGrp="1"/>
          </p:cNvSpPr>
          <p:nvPr/>
        </p:nvSpPr>
        <p:spPr>
          <a:xfrm xmlns:a="http://schemas.openxmlformats.org/drawingml/2006/main">
            <a:off x="3143250" y="2809875"/>
            <a:ext cx="22860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4F0B2C1C-FF9C-495E-A80A-88A0D4FA045A}"/>
              </a:ext>
            </a:extLst>
          </p:cNvPr>
          <p:cNvSpPr>
            <a:spLocks xmlns:a="http://schemas.openxmlformats.org/drawingml/2006/main" noGrp="1"/>
          </p:cNvSpPr>
          <p:nvPr/>
        </p:nvSpPr>
        <p:spPr>
          <a:xfrm xmlns:a="http://schemas.openxmlformats.org/drawingml/2006/main">
            <a:off x="3295650" y="2943225"/>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
            <a:extLst xmlns:a="http://schemas.openxmlformats.org/drawingml/2006/main">
              <a:ext uri="{FF2B5EF4-FFF2-40B4-BE49-F238E27FC236}">
                <a16:creationId xmlns:a16="http://schemas.microsoft.com/office/drawing/2014/main" id="{7856A3A5-EA92-474B-91D7-4630A0503AF5}"/>
              </a:ext>
            </a:extLst>
          </p:cNvPr>
          <p:cNvSpPr>
            <a:spLocks xmlns:a="http://schemas.openxmlformats.org/drawingml/2006/main" noGrp="1"/>
          </p:cNvSpPr>
          <p:nvPr/>
        </p:nvSpPr>
        <p:spPr>
          <a:xfrm xmlns:a="http://schemas.openxmlformats.org/drawingml/2006/main">
            <a:off x="3276600" y="3343275"/>
            <a:ext cx="20193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
            <a:extLst xmlns:a="http://schemas.openxmlformats.org/drawingml/2006/main">
              <a:ext uri="{FF2B5EF4-FFF2-40B4-BE49-F238E27FC236}">
                <a16:creationId xmlns:a16="http://schemas.microsoft.com/office/drawing/2014/main" id="{9583DDED-507C-432E-B60D-4503EDAACBCF}"/>
              </a:ext>
            </a:extLst>
          </p:cNvPr>
          <p:cNvSpPr>
            <a:spLocks xmlns:a="http://schemas.openxmlformats.org/drawingml/2006/main" noGrp="1"/>
          </p:cNvSpPr>
          <p:nvPr/>
        </p:nvSpPr>
        <p:spPr>
          <a:xfrm xmlns:a="http://schemas.openxmlformats.org/drawingml/2006/main">
            <a:off x="6572250" y="223837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1245EDBC-0EF3-4605-930B-435B6FD39F72}"/>
              </a:ext>
            </a:extLst>
          </p:cNvPr>
          <p:cNvSpPr>
            <a:spLocks xmlns:a="http://schemas.openxmlformats.org/drawingml/2006/main" noGrp="1"/>
          </p:cNvSpPr>
          <p:nvPr/>
        </p:nvSpPr>
        <p:spPr>
          <a:xfrm xmlns:a="http://schemas.openxmlformats.org/drawingml/2006/main">
            <a:off x="6724650" y="2371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025"/>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
            <a:extLst xmlns:a="http://schemas.openxmlformats.org/drawingml/2006/main">
              <a:ext uri="{FF2B5EF4-FFF2-40B4-BE49-F238E27FC236}">
                <a16:creationId xmlns:a16="http://schemas.microsoft.com/office/drawing/2014/main" id="{B7D2FEFE-3FFF-4A09-B088-95D65C52B10F}"/>
              </a:ext>
            </a:extLst>
          </p:cNvPr>
          <p:cNvSpPr>
            <a:spLocks xmlns:a="http://schemas.openxmlformats.org/drawingml/2006/main" noGrp="1"/>
          </p:cNvSpPr>
          <p:nvPr/>
        </p:nvSpPr>
        <p:spPr>
          <a:xfrm xmlns:a="http://schemas.openxmlformats.org/drawingml/2006/main">
            <a:off x="6705600" y="277177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
            <a:extLst xmlns:a="http://schemas.openxmlformats.org/drawingml/2006/main">
              <a:ext uri="{FF2B5EF4-FFF2-40B4-BE49-F238E27FC236}">
                <a16:creationId xmlns:a16="http://schemas.microsoft.com/office/drawing/2014/main" id="{26AD9094-3B7E-4142-ACBD-96EB600C549D}"/>
              </a:ext>
            </a:extLst>
          </p:cNvPr>
          <p:cNvSpPr>
            <a:spLocks xmlns:a="http://schemas.openxmlformats.org/drawingml/2006/main" noGrp="1"/>
          </p:cNvSpPr>
          <p:nvPr/>
        </p:nvSpPr>
        <p:spPr>
          <a:xfrm xmlns:a="http://schemas.openxmlformats.org/drawingml/2006/main">
            <a:off x="6572250" y="385762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6E5F8AF5-685C-4276-BAC2-7B26BB6FDEFC}"/>
              </a:ext>
            </a:extLst>
          </p:cNvPr>
          <p:cNvSpPr>
            <a:spLocks xmlns:a="http://schemas.openxmlformats.org/drawingml/2006/main" noGrp="1"/>
          </p:cNvSpPr>
          <p:nvPr/>
        </p:nvSpPr>
        <p:spPr>
          <a:xfrm xmlns:a="http://schemas.openxmlformats.org/drawingml/2006/main">
            <a:off x="6724650" y="39909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
            <a:extLst xmlns:a="http://schemas.openxmlformats.org/drawingml/2006/main">
              <a:ext uri="{FF2B5EF4-FFF2-40B4-BE49-F238E27FC236}">
                <a16:creationId xmlns:a16="http://schemas.microsoft.com/office/drawing/2014/main" id="{8DB03DEF-3B4A-4F54-8926-8E756F728DF3}"/>
              </a:ext>
            </a:extLst>
          </p:cNvPr>
          <p:cNvSpPr>
            <a:spLocks xmlns:a="http://schemas.openxmlformats.org/drawingml/2006/main" noGrp="1"/>
          </p:cNvSpPr>
          <p:nvPr/>
        </p:nvSpPr>
        <p:spPr>
          <a:xfrm xmlns:a="http://schemas.openxmlformats.org/drawingml/2006/main">
            <a:off x="6705600" y="439102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
            <a:extLst xmlns:a="http://schemas.openxmlformats.org/drawingml/2006/main">
              <a:ext uri="{FF2B5EF4-FFF2-40B4-BE49-F238E27FC236}">
                <a16:creationId xmlns:a16="http://schemas.microsoft.com/office/drawing/2014/main" id="{2908CB2C-291B-4F13-A2B3-10F65A048655}"/>
              </a:ext>
            </a:extLst>
          </p:cNvPr>
          <p:cNvSpPr>
            <a:spLocks xmlns:a="http://schemas.openxmlformats.org/drawingml/2006/main" noGrp="1"/>
          </p:cNvSpPr>
          <p:nvPr/>
        </p:nvSpPr>
        <p:spPr>
          <a:xfrm xmlns:a="http://schemas.openxmlformats.org/drawingml/2006/main">
            <a:off x="9715500" y="3048000"/>
            <a:ext cx="18097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FEC401AA-8843-4894-A18F-39420AA1C407}"/>
              </a:ext>
            </a:extLst>
          </p:cNvPr>
          <p:cNvSpPr>
            <a:spLocks xmlns:a="http://schemas.openxmlformats.org/drawingml/2006/main" noGrp="1"/>
          </p:cNvSpPr>
          <p:nvPr/>
        </p:nvSpPr>
        <p:spPr>
          <a:xfrm xmlns:a="http://schemas.openxmlformats.org/drawingml/2006/main">
            <a:off x="9867900" y="3181350"/>
            <a:ext cx="1504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02"/>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
            <a:extLst xmlns:a="http://schemas.openxmlformats.org/drawingml/2006/main">
              <a:ext uri="{FF2B5EF4-FFF2-40B4-BE49-F238E27FC236}">
                <a16:creationId xmlns:a16="http://schemas.microsoft.com/office/drawing/2014/main" id="{C77523C3-80E6-4668-93DC-7428373C6783}"/>
              </a:ext>
            </a:extLst>
          </p:cNvPr>
          <p:cNvSpPr>
            <a:spLocks xmlns:a="http://schemas.openxmlformats.org/drawingml/2006/main" noGrp="1"/>
          </p:cNvSpPr>
          <p:nvPr/>
        </p:nvSpPr>
        <p:spPr>
          <a:xfrm xmlns:a="http://schemas.openxmlformats.org/drawingml/2006/main">
            <a:off x="9848850" y="3581400"/>
            <a:ext cx="1543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419" name=""/>
          <p:cNvCxnSpPr>
            <a:stCxn xmlns:a="http://schemas.openxmlformats.org/drawingml/2006/main" id="9" idx="3"/>
            <a:endCxn xmlns:a="http://schemas.openxmlformats.org/drawingml/2006/main" id="12" idx="1"/>
          </p:cNvCxnSpPr>
          <p:nvPr/>
        </p:nvCxnSpPr>
        <p:spPr>
          <a:xfrm xmlns:a="http://schemas.openxmlformats.org/drawingml/2006/main" flipV="1">
            <a:off x="2381250" y="3524250"/>
            <a:ext cx="762000" cy="19050"/>
          </a:xfrm>
          <a:prstGeom xmlns:a="http://schemas.openxmlformats.org/drawingml/2006/main" prst="straightConnector1">
            <a:avLst/>
          </a:prstGeom>
          <a:ln xmlns:a="http://schemas.openxmlformats.org/drawingml/2006/main" w="19050">
            <a:solidFill>
              <a:srgbClr val="111111"/>
            </a:solidFill>
            <a:prstDash val="solid"/>
            <a:tailEnd type="triangle" w="med" len="med"/>
          </a:ln>
        </p:spPr>
      </p:cxnSp>
      <p:cxnSp>
        <p:nvCxnSpPr>
          <p:cNvPr id="420" name=""/>
          <p:cNvCxnSpPr>
            <a:stCxn xmlns:a="http://schemas.openxmlformats.org/drawingml/2006/main" id="12" idx="3"/>
            <a:endCxn xmlns:a="http://schemas.openxmlformats.org/drawingml/2006/main" id="15" idx="1"/>
          </p:cNvCxnSpPr>
          <p:nvPr/>
        </p:nvCxnSpPr>
        <p:spPr>
          <a:xfrm xmlns:a="http://schemas.openxmlformats.org/drawingml/2006/main" flipV="1">
            <a:off x="5429250" y="2762250"/>
            <a:ext cx="1143000" cy="762000"/>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cxnSp>
        <p:nvCxnSpPr>
          <p:cNvPr id="421" name=""/>
          <p:cNvCxnSpPr>
            <a:stCxn xmlns:a="http://schemas.openxmlformats.org/drawingml/2006/main" id="12" idx="3"/>
            <a:endCxn xmlns:a="http://schemas.openxmlformats.org/drawingml/2006/main" id="18" idx="1"/>
          </p:cNvCxnSpPr>
          <p:nvPr/>
        </p:nvCxnSpPr>
        <p:spPr>
          <a:xfrm xmlns:a="http://schemas.openxmlformats.org/drawingml/2006/main">
            <a:off x="5429250" y="3524250"/>
            <a:ext cx="1143000" cy="857250"/>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cxnSp>
        <p:nvCxnSpPr>
          <p:cNvPr id="422" name=""/>
          <p:cNvCxnSpPr>
            <a:stCxn xmlns:a="http://schemas.openxmlformats.org/drawingml/2006/main" id="15" idx="3"/>
            <a:endCxn xmlns:a="http://schemas.openxmlformats.org/drawingml/2006/main" id="21" idx="1"/>
          </p:cNvCxnSpPr>
          <p:nvPr/>
        </p:nvCxnSpPr>
        <p:spPr>
          <a:xfrm xmlns:a="http://schemas.openxmlformats.org/drawingml/2006/main">
            <a:off x="8953500" y="2762250"/>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cxnSp>
        <p:nvCxnSpPr>
          <p:cNvPr id="423" name=""/>
          <p:cNvCxnSpPr>
            <a:stCxn xmlns:a="http://schemas.openxmlformats.org/drawingml/2006/main" id="18" idx="3"/>
            <a:endCxn xmlns:a="http://schemas.openxmlformats.org/drawingml/2006/main" id="21" idx="1"/>
          </p:cNvCxnSpPr>
          <p:nvPr/>
        </p:nvCxnSpPr>
        <p:spPr>
          <a:xfrm xmlns:a="http://schemas.openxmlformats.org/drawingml/2006/main" flipV="1">
            <a:off x="8953500" y="3571875"/>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FAFF706-B274-4B2C-8C7B-5EB1D52966D0}"/>
              </a:ext>
            </a:extLst>
          </p:cNvPr>
          <p:cNvSpPr>
            <a:spLocks xmlns:a="http://schemas.openxmlformats.org/drawingml/2006/main" noGrp="1"/>
          </p:cNvSpPr>
          <p:nvPr/>
        </p:nvSpPr>
        <p:spPr>
          <a:xfrm xmlns:a="http://schemas.openxmlformats.org/drawingml/2006/main">
            <a:off x="3905250" y="4533900"/>
            <a:ext cx="104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
            <a:extLst xmlns:a="http://schemas.openxmlformats.org/drawingml/2006/main">
              <a:ext uri="{FF2B5EF4-FFF2-40B4-BE49-F238E27FC236}">
                <a16:creationId xmlns:a16="http://schemas.microsoft.com/office/drawing/2014/main" id="{6C1F5A5C-B019-4FD6-9DC2-A38561569FB7}"/>
              </a:ext>
            </a:extLst>
          </p:cNvPr>
          <p:cNvSpPr>
            <a:spLocks xmlns:a="http://schemas.openxmlformats.org/drawingml/2006/main" noGrp="1"/>
          </p:cNvSpPr>
          <p:nvPr/>
        </p:nvSpPr>
        <p:spPr>
          <a:xfrm xmlns:a="http://schemas.openxmlformats.org/drawingml/2006/main">
            <a:off x="876300" y="5429250"/>
            <a:ext cx="10439400" cy="5143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AE5FC4C-9A54-4FDA-830E-0D3477B71F0D}"/>
              </a:ext>
            </a:extLst>
          </p:cNvPr>
          <p:cNvSpPr>
            <a:spLocks xmlns:a="http://schemas.openxmlformats.org/drawingml/2006/main" noGrp="1"/>
          </p:cNvSpPr>
          <p:nvPr/>
        </p:nvSpPr>
        <p:spPr>
          <a:xfrm xmlns:a="http://schemas.openxmlformats.org/drawingml/2006/main">
            <a:off x="1066800" y="5534025"/>
            <a:ext cx="10058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931"/>
          </a:bodyPr>
          <a:lstStyle xmlns:a="http://schemas.openxmlformats.org/drawingml/2006/main"/>
          <a:p xmlns:a="http://schemas.openxmlformats.org/drawingml/2006/main">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sld>
</file>

<file path=ppt/slides/slide1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B67A754-EB7E-42FD-A7FD-80939EEF1861}"/>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3150E0-AA5A-4DC0-9956-99B2D79C017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C5A39F-407D-4D49-A616-AC65A189AA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
            <a:extLst xmlns:a="http://schemas.openxmlformats.org/drawingml/2006/main">
              <a:ext uri="{FF2B5EF4-FFF2-40B4-BE49-F238E27FC236}">
                <a16:creationId xmlns:a16="http://schemas.microsoft.com/office/drawing/2014/main" id="{99571B06-49C0-4B1C-A468-ECCD212E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Apigee A0–A6 moves the full object and state graph</a:t>
            </a:r>
          </a:p>
        </p:txBody>
      </p:sp>
      <p:sp>
        <p:nvSpPr>
          <p:cNvPr id="5" name="">
            <a:extLst xmlns:a="http://schemas.openxmlformats.org/drawingml/2006/main">
              <a:ext uri="{FF2B5EF4-FFF2-40B4-BE49-F238E27FC236}">
                <a16:creationId xmlns:a16="http://schemas.microsoft.com/office/drawing/2014/main" id="{A0C09A5F-FC68-42AD-8FF3-E62ECBF112B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lnSpc>
                <a:spcPct val="100000"/>
              </a:lnSpc>
              <a:buNone/>
              <a:defRPr sz="1500" b="0" i="0">
                <a:solidFill>
                  <a:srgbClr val="686A66"/>
                </a:solidFill>
                <a:latin typeface="Arial"/>
                <a:ea typeface="Arial"/>
                <a:cs typeface="Arial"/>
              </a:defRPr>
            </a:pPr>
            <a:r>
              <a:rPr sz="1500" b="0" i="0">
                <a:solidFill>
                  <a:srgbClr val="686A66"/>
                </a:solidFill>
                <a:latin typeface="Arial"/>
                <a:ea typeface="Arial"/>
                <a:cs typeface="Arial"/>
              </a:rPr>
              <a:t>Seven evidence gates—not proxy-bundle conversion. Mule M0–M5 remains the responsibility/state counterpart.</a:t>
            </a:r>
          </a:p>
        </p:txBody>
      </p:sp>
      <p:sp>
        <p:nvSpPr>
          <p:cNvPr id="6" name="">
            <a:extLst xmlns:a="http://schemas.openxmlformats.org/drawingml/2006/main">
              <a:ext uri="{FF2B5EF4-FFF2-40B4-BE49-F238E27FC236}">
                <a16:creationId xmlns:a16="http://schemas.microsoft.com/office/drawing/2014/main" id="{5D39D3F6-7474-4D92-8C82-388EF1A153F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0A9584-0A08-44FE-866E-B8E341F4439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9172a4789e242c0"/>
              </a:rPr>
              <a:t>Repo reference</a:t>
            </a:r>
            <a:r>
              <a:rPr sz="825">
                <a:solidFill>
                  <a:srgbClr val="666762"/>
                </a:solidFill>
              </a:rPr>
              <a:t>  ·  </a:t>
            </a:r>
            <a:r>
              <a:rPr sz="825" u="sng">
                <a:solidFill>
                  <a:srgbClr val="666762"/>
                </a:solidFill>
                <a:hlinkClick xmlns:r="http://schemas.openxmlformats.org/officeDocument/2006/relationships" r:id="R4720e7f299c54dea"/>
              </a:rPr>
              <a:t>Official docs</a:t>
            </a:r>
          </a:p>
        </p:txBody>
      </p:sp>
      <p:sp>
        <p:nvSpPr>
          <p:cNvPr id="8" name="">
            <a:extLst xmlns:a="http://schemas.openxmlformats.org/drawingml/2006/main">
              <a:ext uri="{FF2B5EF4-FFF2-40B4-BE49-F238E27FC236}">
                <a16:creationId xmlns:a16="http://schemas.microsoft.com/office/drawing/2014/main" id="{F227FDD5-0398-40B2-86AD-0FECE54EE59C}"/>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58" name="apigee-roadmap-banner">
            <a:extLst xmlns:a="http://schemas.openxmlformats.org/drawingml/2006/main">
              <a:ext uri="{FF2B5EF4-FFF2-40B4-BE49-F238E27FC236}">
                <a16:creationId xmlns:a16="http://schemas.microsoft.com/office/drawing/2014/main" id="{8BA9969C-E283-4C80-8496-F237A14FC258}"/>
              </a:ext>
            </a:extLst>
          </p:cNvPr>
          <p:cNvSpPr>
            <a:spLocks xmlns:a="http://schemas.openxmlformats.org/drawingml/2006/main" noGrp="1"/>
          </p:cNvSpPr>
          <p:nvPr/>
        </p:nvSpPr>
        <p:spPr>
          <a:xfrm xmlns:a="http://schemas.openxmlformats.org/drawingml/2006/main">
            <a:off x="609600" y="2095500"/>
            <a:ext cx="10972800" cy="361950"/>
          </a:xfrm>
          <a:prstGeom xmlns:a="http://schemas.openxmlformats.org/drawingml/2006/main" prst="rect">
            <a:avLst/>
          </a:prstGeom>
          <a:solidFill xmlns:a="http://schemas.openxmlformats.org/drawingml/2006/main">
            <a:srgbClr val="5537D6"/>
          </a:solidFill>
          <a:ln xmlns:a="http://schemas.openxmlformats.org/drawingml/2006/main" w="9525">
            <a:solidFill>
              <a:srgbClr val="5537D6"/>
            </a:solidFill>
            <a:prstDash val="solid"/>
          </a:ln>
        </p:spPr>
      </p:sp>
      <p:sp>
        <p:nvSpPr>
          <p:cNvPr id="59" name="apigee-roadmap-banner-text">
            <a:extLst xmlns:a="http://schemas.openxmlformats.org/drawingml/2006/main">
              <a:ext uri="{FF2B5EF4-FFF2-40B4-BE49-F238E27FC236}">
                <a16:creationId xmlns:a16="http://schemas.microsoft.com/office/drawing/2014/main" id="{A9589A5F-63F9-4F3C-A1A1-62779F1A8065}"/>
              </a:ext>
            </a:extLst>
          </p:cNvPr>
          <p:cNvSpPr>
            <a:spLocks xmlns:a="http://schemas.openxmlformats.org/drawingml/2006/main" noGrp="1"/>
          </p:cNvSpPr>
          <p:nvPr/>
        </p:nvSpPr>
        <p:spPr>
          <a:xfrm xmlns:a="http://schemas.openxmlformats.org/drawingml/2006/main">
            <a:off x="742950" y="2114550"/>
            <a:ext cx="10706100" cy="3238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350" b="1">
                <a:solidFill>
                  <a:srgbClr val="FFFFFF"/>
                </a:solidFill>
                <a:latin typeface="Consolas"/>
                <a:ea typeface="Consolas"/>
                <a:cs typeface="Consolas"/>
              </a:defRPr>
            </a:pPr>
            <a:r>
              <a:rPr sz="1350" b="1">
                <a:solidFill>
                  <a:srgbClr val="FFFFFF"/>
                </a:solidFill>
                <a:latin typeface="Consolas"/>
                <a:ea typeface="Consolas"/>
                <a:cs typeface="Consolas"/>
                <a:hlinkClick xmlns:r="http://schemas.openxmlformats.org/officeDocument/2006/relationships" r:id="R524e515f6ea34930"/>
              </a:rPr>
              <a:t>Apigee A0–A6</a:t>
            </a:r>
            <a:r>
              <a:rPr sz="1350" b="1">
                <a:solidFill>
                  <a:srgbClr val="FFFFFF"/>
                </a:solidFill>
                <a:latin typeface="Consolas"/>
                <a:ea typeface="Consolas"/>
                <a:cs typeface="Consolas"/>
              </a:rPr>
              <a:t> · PROPOSED · NOT RUN     Move the full object/state graph—not only proxy bundles</a:t>
            </a:r>
          </a:p>
        </p:txBody>
      </p:sp>
      <p:sp>
        <p:nvSpPr>
          <p:cNvPr id="60" name="apigee-roadmap-arrow-1">
            <a:extLst xmlns:a="http://schemas.openxmlformats.org/drawingml/2006/main">
              <a:ext uri="{FF2B5EF4-FFF2-40B4-BE49-F238E27FC236}">
                <a16:creationId xmlns:a16="http://schemas.microsoft.com/office/drawing/2014/main" id="{B3973590-E2CB-401C-B706-120E13D2115A}"/>
              </a:ext>
            </a:extLst>
          </p:cNvPr>
          <p:cNvSpPr>
            <a:spLocks xmlns:a="http://schemas.openxmlformats.org/drawingml/2006/main" noGrp="1"/>
          </p:cNvSpPr>
          <p:nvPr/>
        </p:nvSpPr>
        <p:spPr>
          <a:xfrm xmlns:a="http://schemas.openxmlformats.org/drawingml/2006/main">
            <a:off x="209550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1" name="apigee-roadmap-arrow-2">
            <a:extLst xmlns:a="http://schemas.openxmlformats.org/drawingml/2006/main">
              <a:ext uri="{FF2B5EF4-FFF2-40B4-BE49-F238E27FC236}">
                <a16:creationId xmlns:a16="http://schemas.microsoft.com/office/drawing/2014/main" id="{6896B777-CCA0-4A49-9C26-8B343442EAAA}"/>
              </a:ext>
            </a:extLst>
          </p:cNvPr>
          <p:cNvSpPr>
            <a:spLocks xmlns:a="http://schemas.openxmlformats.org/drawingml/2006/main" noGrp="1"/>
          </p:cNvSpPr>
          <p:nvPr/>
        </p:nvSpPr>
        <p:spPr>
          <a:xfrm xmlns:a="http://schemas.openxmlformats.org/drawingml/2006/main">
            <a:off x="367665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2" name="apigee-roadmap-arrow-3">
            <a:extLst xmlns:a="http://schemas.openxmlformats.org/drawingml/2006/main">
              <a:ext uri="{FF2B5EF4-FFF2-40B4-BE49-F238E27FC236}">
                <a16:creationId xmlns:a16="http://schemas.microsoft.com/office/drawing/2014/main" id="{77BC8F74-C181-46C5-84E4-82C68E670B6E}"/>
              </a:ext>
            </a:extLst>
          </p:cNvPr>
          <p:cNvSpPr>
            <a:spLocks xmlns:a="http://schemas.openxmlformats.org/drawingml/2006/main" noGrp="1"/>
          </p:cNvSpPr>
          <p:nvPr/>
        </p:nvSpPr>
        <p:spPr>
          <a:xfrm xmlns:a="http://schemas.openxmlformats.org/drawingml/2006/main">
            <a:off x="525780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3" name="apigee-roadmap-arrow-4">
            <a:extLst xmlns:a="http://schemas.openxmlformats.org/drawingml/2006/main">
              <a:ext uri="{FF2B5EF4-FFF2-40B4-BE49-F238E27FC236}">
                <a16:creationId xmlns:a16="http://schemas.microsoft.com/office/drawing/2014/main" id="{6EAF42C7-DDE5-4FCA-A214-59AB4F3AE3BF}"/>
              </a:ext>
            </a:extLst>
          </p:cNvPr>
          <p:cNvSpPr>
            <a:spLocks xmlns:a="http://schemas.openxmlformats.org/drawingml/2006/main" noGrp="1"/>
          </p:cNvSpPr>
          <p:nvPr/>
        </p:nvSpPr>
        <p:spPr>
          <a:xfrm xmlns:a="http://schemas.openxmlformats.org/drawingml/2006/main">
            <a:off x="683895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4" name="apigee-roadmap-arrow-5">
            <a:extLst xmlns:a="http://schemas.openxmlformats.org/drawingml/2006/main">
              <a:ext uri="{FF2B5EF4-FFF2-40B4-BE49-F238E27FC236}">
                <a16:creationId xmlns:a16="http://schemas.microsoft.com/office/drawing/2014/main" id="{70755A01-663E-44B7-A21A-DC1C3C91219D}"/>
              </a:ext>
            </a:extLst>
          </p:cNvPr>
          <p:cNvSpPr>
            <a:spLocks xmlns:a="http://schemas.openxmlformats.org/drawingml/2006/main" noGrp="1"/>
          </p:cNvSpPr>
          <p:nvPr/>
        </p:nvSpPr>
        <p:spPr>
          <a:xfrm xmlns:a="http://schemas.openxmlformats.org/drawingml/2006/main">
            <a:off x="842010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5" name="apigee-roadmap-arrow-6">
            <a:extLst xmlns:a="http://schemas.openxmlformats.org/drawingml/2006/main">
              <a:ext uri="{FF2B5EF4-FFF2-40B4-BE49-F238E27FC236}">
                <a16:creationId xmlns:a16="http://schemas.microsoft.com/office/drawing/2014/main" id="{A792491B-C092-4F12-A11A-07DFA300210E}"/>
              </a:ext>
            </a:extLst>
          </p:cNvPr>
          <p:cNvSpPr>
            <a:spLocks xmlns:a="http://schemas.openxmlformats.org/drawingml/2006/main" noGrp="1"/>
          </p:cNvSpPr>
          <p:nvPr/>
        </p:nvSpPr>
        <p:spPr>
          <a:xfrm xmlns:a="http://schemas.openxmlformats.org/drawingml/2006/main">
            <a:off x="1000125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6" name="apigee-phase-A0">
            <a:extLst xmlns:a="http://schemas.openxmlformats.org/drawingml/2006/main">
              <a:ext uri="{FF2B5EF4-FFF2-40B4-BE49-F238E27FC236}">
                <a16:creationId xmlns:a16="http://schemas.microsoft.com/office/drawing/2014/main" id="{16A77128-D551-4CCE-8D17-A5800BE7EF46}"/>
              </a:ext>
            </a:extLst>
          </p:cNvPr>
          <p:cNvSpPr>
            <a:spLocks xmlns:a="http://schemas.openxmlformats.org/drawingml/2006/main" noGrp="1"/>
          </p:cNvSpPr>
          <p:nvPr/>
        </p:nvSpPr>
        <p:spPr>
          <a:xfrm xmlns:a="http://schemas.openxmlformats.org/drawingml/2006/main">
            <a:off x="6096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67" name="apigee-phase-code-A0">
            <a:extLst xmlns:a="http://schemas.openxmlformats.org/drawingml/2006/main">
              <a:ext uri="{FF2B5EF4-FFF2-40B4-BE49-F238E27FC236}">
                <a16:creationId xmlns:a16="http://schemas.microsoft.com/office/drawing/2014/main" id="{03F2A802-266F-4F8B-949A-BCADE1412283}"/>
              </a:ext>
            </a:extLst>
          </p:cNvPr>
          <p:cNvSpPr>
            <a:spLocks xmlns:a="http://schemas.openxmlformats.org/drawingml/2006/main" noGrp="1"/>
          </p:cNvSpPr>
          <p:nvPr/>
        </p:nvSpPr>
        <p:spPr>
          <a:xfrm xmlns:a="http://schemas.openxmlformats.org/drawingml/2006/main">
            <a:off x="7048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A0</a:t>
            </a:r>
          </a:p>
        </p:txBody>
      </p:sp>
      <p:sp>
        <p:nvSpPr>
          <p:cNvPr id="68" name="apigee-phase-label-A0">
            <a:extLst xmlns:a="http://schemas.openxmlformats.org/drawingml/2006/main">
              <a:ext uri="{FF2B5EF4-FFF2-40B4-BE49-F238E27FC236}">
                <a16:creationId xmlns:a16="http://schemas.microsoft.com/office/drawing/2014/main" id="{292FB90A-EDD6-4200-9BEB-AC2D07F174E7}"/>
              </a:ext>
            </a:extLst>
          </p:cNvPr>
          <p:cNvSpPr>
            <a:spLocks xmlns:a="http://schemas.openxmlformats.org/drawingml/2006/main" noGrp="1"/>
          </p:cNvSpPr>
          <p:nvPr/>
        </p:nvSpPr>
        <p:spPr>
          <a:xfrm xmlns:a="http://schemas.openxmlformats.org/drawingml/2006/main">
            <a:off x="7048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95174"/>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Source truth</a:t>
            </a:r>
          </a:p>
        </p:txBody>
      </p:sp>
      <p:sp>
        <p:nvSpPr>
          <p:cNvPr id="69" name="apigee-phase-rule-A0">
            <a:extLst xmlns:a="http://schemas.openxmlformats.org/drawingml/2006/main">
              <a:ext uri="{FF2B5EF4-FFF2-40B4-BE49-F238E27FC236}">
                <a16:creationId xmlns:a16="http://schemas.microsoft.com/office/drawing/2014/main" id="{608E46C0-825C-43FA-9255-53A3AC1784C4}"/>
              </a:ext>
            </a:extLst>
          </p:cNvPr>
          <p:cNvSpPr>
            <a:spLocks xmlns:a="http://schemas.openxmlformats.org/drawingml/2006/main" noGrp="1"/>
          </p:cNvSpPr>
          <p:nvPr/>
        </p:nvSpPr>
        <p:spPr>
          <a:xfrm xmlns:a="http://schemas.openxmlformats.org/drawingml/2006/main">
            <a:off x="7048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70" name="apigee-phase-exit-label-A0">
            <a:extLst xmlns:a="http://schemas.openxmlformats.org/drawingml/2006/main">
              <a:ext uri="{FF2B5EF4-FFF2-40B4-BE49-F238E27FC236}">
                <a16:creationId xmlns:a16="http://schemas.microsoft.com/office/drawing/2014/main" id="{3897F23A-C4F7-4577-B813-8AA6B869FEA4}"/>
              </a:ext>
            </a:extLst>
          </p:cNvPr>
          <p:cNvSpPr>
            <a:spLocks xmlns:a="http://schemas.openxmlformats.org/drawingml/2006/main" noGrp="1"/>
          </p:cNvSpPr>
          <p:nvPr/>
        </p:nvSpPr>
        <p:spPr>
          <a:xfrm xmlns:a="http://schemas.openxmlformats.org/drawingml/2006/main">
            <a:off x="7048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1" name="apigee-phase-exit-A0">
            <a:extLst xmlns:a="http://schemas.openxmlformats.org/drawingml/2006/main">
              <a:ext uri="{FF2B5EF4-FFF2-40B4-BE49-F238E27FC236}">
                <a16:creationId xmlns:a16="http://schemas.microsoft.com/office/drawing/2014/main" id="{693C6485-B69F-454B-AC61-F1EE21763E04}"/>
              </a:ext>
            </a:extLst>
          </p:cNvPr>
          <p:cNvSpPr>
            <a:spLocks xmlns:a="http://schemas.openxmlformats.org/drawingml/2006/main" noGrp="1"/>
          </p:cNvSpPr>
          <p:nvPr/>
        </p:nvSpPr>
        <p:spPr>
          <a:xfrm xmlns:a="http://schemas.openxmlformats.org/drawingml/2006/main">
            <a:off x="7048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Reconciled object, state, traffic and owner denominator</a:t>
            </a:r>
          </a:p>
        </p:txBody>
      </p:sp>
      <p:sp>
        <p:nvSpPr>
          <p:cNvPr id="72" name="apigee-phase-A1">
            <a:extLst xmlns:a="http://schemas.openxmlformats.org/drawingml/2006/main">
              <a:ext uri="{FF2B5EF4-FFF2-40B4-BE49-F238E27FC236}">
                <a16:creationId xmlns:a16="http://schemas.microsoft.com/office/drawing/2014/main" id="{E17886CB-6162-4951-92E6-348725F32D30}"/>
              </a:ext>
            </a:extLst>
          </p:cNvPr>
          <p:cNvSpPr>
            <a:spLocks xmlns:a="http://schemas.openxmlformats.org/drawingml/2006/main" noGrp="1"/>
          </p:cNvSpPr>
          <p:nvPr/>
        </p:nvSpPr>
        <p:spPr>
          <a:xfrm xmlns:a="http://schemas.openxmlformats.org/drawingml/2006/main">
            <a:off x="219075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73" name="apigee-phase-code-A1">
            <a:extLst xmlns:a="http://schemas.openxmlformats.org/drawingml/2006/main">
              <a:ext uri="{FF2B5EF4-FFF2-40B4-BE49-F238E27FC236}">
                <a16:creationId xmlns:a16="http://schemas.microsoft.com/office/drawing/2014/main" id="{1907725C-C876-4481-8524-2E6B7D32A698}"/>
              </a:ext>
            </a:extLst>
          </p:cNvPr>
          <p:cNvSpPr>
            <a:spLocks xmlns:a="http://schemas.openxmlformats.org/drawingml/2006/main" noGrp="1"/>
          </p:cNvSpPr>
          <p:nvPr/>
        </p:nvSpPr>
        <p:spPr>
          <a:xfrm xmlns:a="http://schemas.openxmlformats.org/drawingml/2006/main">
            <a:off x="228600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A1</a:t>
            </a:r>
          </a:p>
        </p:txBody>
      </p:sp>
      <p:sp>
        <p:nvSpPr>
          <p:cNvPr id="74" name="apigee-phase-label-A1">
            <a:extLst xmlns:a="http://schemas.openxmlformats.org/drawingml/2006/main">
              <a:ext uri="{FF2B5EF4-FFF2-40B4-BE49-F238E27FC236}">
                <a16:creationId xmlns:a16="http://schemas.microsoft.com/office/drawing/2014/main" id="{2452B356-061B-483C-95EA-59331B0A5E36}"/>
              </a:ext>
            </a:extLst>
          </p:cNvPr>
          <p:cNvSpPr>
            <a:spLocks xmlns:a="http://schemas.openxmlformats.org/drawingml/2006/main" noGrp="1"/>
          </p:cNvSpPr>
          <p:nvPr/>
        </p:nvSpPr>
        <p:spPr>
          <a:xfrm xmlns:a="http://schemas.openxmlformats.org/drawingml/2006/main">
            <a:off x="228600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Semantic map</a:t>
            </a:r>
          </a:p>
        </p:txBody>
      </p:sp>
      <p:sp>
        <p:nvSpPr>
          <p:cNvPr id="75" name="apigee-phase-rule-A1">
            <a:extLst xmlns:a="http://schemas.openxmlformats.org/drawingml/2006/main">
              <a:ext uri="{FF2B5EF4-FFF2-40B4-BE49-F238E27FC236}">
                <a16:creationId xmlns:a16="http://schemas.microsoft.com/office/drawing/2014/main" id="{2F3332AC-247B-439B-BB95-7C31D12BFE09}"/>
              </a:ext>
            </a:extLst>
          </p:cNvPr>
          <p:cNvSpPr>
            <a:spLocks xmlns:a="http://schemas.openxmlformats.org/drawingml/2006/main" noGrp="1"/>
          </p:cNvSpPr>
          <p:nvPr/>
        </p:nvSpPr>
        <p:spPr>
          <a:xfrm xmlns:a="http://schemas.openxmlformats.org/drawingml/2006/main">
            <a:off x="228600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76" name="apigee-phase-exit-label-A1">
            <a:extLst xmlns:a="http://schemas.openxmlformats.org/drawingml/2006/main">
              <a:ext uri="{FF2B5EF4-FFF2-40B4-BE49-F238E27FC236}">
                <a16:creationId xmlns:a16="http://schemas.microsoft.com/office/drawing/2014/main" id="{36AF2F0E-13F6-49C0-B5F2-4F53A5060147}"/>
              </a:ext>
            </a:extLst>
          </p:cNvPr>
          <p:cNvSpPr>
            <a:spLocks xmlns:a="http://schemas.openxmlformats.org/drawingml/2006/main" noGrp="1"/>
          </p:cNvSpPr>
          <p:nvPr/>
        </p:nvSpPr>
        <p:spPr>
          <a:xfrm xmlns:a="http://schemas.openxmlformats.org/drawingml/2006/main">
            <a:off x="228600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7" name="apigee-phase-exit-A1">
            <a:extLst xmlns:a="http://schemas.openxmlformats.org/drawingml/2006/main">
              <a:ext uri="{FF2B5EF4-FFF2-40B4-BE49-F238E27FC236}">
                <a16:creationId xmlns:a16="http://schemas.microsoft.com/office/drawing/2014/main" id="{04116DC8-BF33-4A52-8B66-789775BB4AB4}"/>
              </a:ext>
            </a:extLst>
          </p:cNvPr>
          <p:cNvSpPr>
            <a:spLocks xmlns:a="http://schemas.openxmlformats.org/drawingml/2006/main" noGrp="1"/>
          </p:cNvSpPr>
          <p:nvPr/>
        </p:nvSpPr>
        <p:spPr>
          <a:xfrm xmlns:a="http://schemas.openxmlformats.org/drawingml/2006/main">
            <a:off x="228600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Approved disposition, precedence and state authority</a:t>
            </a:r>
          </a:p>
        </p:txBody>
      </p:sp>
      <p:sp>
        <p:nvSpPr>
          <p:cNvPr id="78" name="apigee-phase-A2">
            <a:extLst xmlns:a="http://schemas.openxmlformats.org/drawingml/2006/main">
              <a:ext uri="{FF2B5EF4-FFF2-40B4-BE49-F238E27FC236}">
                <a16:creationId xmlns:a16="http://schemas.microsoft.com/office/drawing/2014/main" id="{A6B40ED8-9590-4917-86DE-7973BC14106B}"/>
              </a:ext>
            </a:extLst>
          </p:cNvPr>
          <p:cNvSpPr>
            <a:spLocks xmlns:a="http://schemas.openxmlformats.org/drawingml/2006/main" noGrp="1"/>
          </p:cNvSpPr>
          <p:nvPr/>
        </p:nvSpPr>
        <p:spPr>
          <a:xfrm xmlns:a="http://schemas.openxmlformats.org/drawingml/2006/main">
            <a:off x="37719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79" name="apigee-phase-code-A2">
            <a:extLst xmlns:a="http://schemas.openxmlformats.org/drawingml/2006/main">
              <a:ext uri="{FF2B5EF4-FFF2-40B4-BE49-F238E27FC236}">
                <a16:creationId xmlns:a16="http://schemas.microsoft.com/office/drawing/2014/main" id="{FA3A13AE-BF99-4E3F-9A24-3E9F51AAA38B}"/>
              </a:ext>
            </a:extLst>
          </p:cNvPr>
          <p:cNvSpPr>
            <a:spLocks xmlns:a="http://schemas.openxmlformats.org/drawingml/2006/main" noGrp="1"/>
          </p:cNvSpPr>
          <p:nvPr/>
        </p:nvSpPr>
        <p:spPr>
          <a:xfrm xmlns:a="http://schemas.openxmlformats.org/drawingml/2006/main">
            <a:off x="38671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A2</a:t>
            </a:r>
          </a:p>
        </p:txBody>
      </p:sp>
      <p:sp>
        <p:nvSpPr>
          <p:cNvPr id="80" name="apigee-phase-label-A2">
            <a:extLst xmlns:a="http://schemas.openxmlformats.org/drawingml/2006/main">
              <a:ext uri="{FF2B5EF4-FFF2-40B4-BE49-F238E27FC236}">
                <a16:creationId xmlns:a16="http://schemas.microsoft.com/office/drawing/2014/main" id="{081AB4C2-CB0C-4FE3-96C1-BEDD8589AF34}"/>
              </a:ext>
            </a:extLst>
          </p:cNvPr>
          <p:cNvSpPr>
            <a:spLocks xmlns:a="http://schemas.openxmlformats.org/drawingml/2006/main" noGrp="1"/>
          </p:cNvSpPr>
          <p:nvPr/>
        </p:nvSpPr>
        <p:spPr>
          <a:xfrm xmlns:a="http://schemas.openxmlformats.org/drawingml/2006/main">
            <a:off x="38671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Reversible target</a:t>
            </a:r>
          </a:p>
        </p:txBody>
      </p:sp>
      <p:sp>
        <p:nvSpPr>
          <p:cNvPr id="81" name="apigee-phase-rule-A2">
            <a:extLst xmlns:a="http://schemas.openxmlformats.org/drawingml/2006/main">
              <a:ext uri="{FF2B5EF4-FFF2-40B4-BE49-F238E27FC236}">
                <a16:creationId xmlns:a16="http://schemas.microsoft.com/office/drawing/2014/main" id="{DA59D1DF-32E6-49A1-AB24-ADFDEC3E896E}"/>
              </a:ext>
            </a:extLst>
          </p:cNvPr>
          <p:cNvSpPr>
            <a:spLocks xmlns:a="http://schemas.openxmlformats.org/drawingml/2006/main" noGrp="1"/>
          </p:cNvSpPr>
          <p:nvPr/>
        </p:nvSpPr>
        <p:spPr>
          <a:xfrm xmlns:a="http://schemas.openxmlformats.org/drawingml/2006/main">
            <a:off x="38671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82" name="apigee-phase-exit-label-A2">
            <a:extLst xmlns:a="http://schemas.openxmlformats.org/drawingml/2006/main">
              <a:ext uri="{FF2B5EF4-FFF2-40B4-BE49-F238E27FC236}">
                <a16:creationId xmlns:a16="http://schemas.microsoft.com/office/drawing/2014/main" id="{0584597A-5A55-4920-A3DF-90DB1CFBC632}"/>
              </a:ext>
            </a:extLst>
          </p:cNvPr>
          <p:cNvSpPr>
            <a:spLocks xmlns:a="http://schemas.openxmlformats.org/drawingml/2006/main" noGrp="1"/>
          </p:cNvSpPr>
          <p:nvPr/>
        </p:nvSpPr>
        <p:spPr>
          <a:xfrm xmlns:a="http://schemas.openxmlformats.org/drawingml/2006/main">
            <a:off x="38671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3" name="apigee-phase-exit-A2">
            <a:extLst xmlns:a="http://schemas.openxmlformats.org/drawingml/2006/main">
              <a:ext uri="{FF2B5EF4-FFF2-40B4-BE49-F238E27FC236}">
                <a16:creationId xmlns:a16="http://schemas.microsoft.com/office/drawing/2014/main" id="{C33121B9-5258-4BDB-AC83-72B584B74A12}"/>
              </a:ext>
            </a:extLst>
          </p:cNvPr>
          <p:cNvSpPr>
            <a:spLocks xmlns:a="http://schemas.openxmlformats.org/drawingml/2006/main" noGrp="1"/>
          </p:cNvSpPr>
          <p:nvPr/>
        </p:nvSpPr>
        <p:spPr>
          <a:xfrm xmlns:a="http://schemas.openxmlformats.org/drawingml/2006/main">
            <a:off x="38671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Terraform + decK, restore result and route-back design</a:t>
            </a:r>
          </a:p>
        </p:txBody>
      </p:sp>
      <p:sp>
        <p:nvSpPr>
          <p:cNvPr id="84" name="apigee-phase-A3">
            <a:extLst xmlns:a="http://schemas.openxmlformats.org/drawingml/2006/main">
              <a:ext uri="{FF2B5EF4-FFF2-40B4-BE49-F238E27FC236}">
                <a16:creationId xmlns:a16="http://schemas.microsoft.com/office/drawing/2014/main" id="{F0F17690-DD39-4DB6-941A-42ED1D4406FD}"/>
              </a:ext>
            </a:extLst>
          </p:cNvPr>
          <p:cNvSpPr>
            <a:spLocks xmlns:a="http://schemas.openxmlformats.org/drawingml/2006/main" noGrp="1"/>
          </p:cNvSpPr>
          <p:nvPr/>
        </p:nvSpPr>
        <p:spPr>
          <a:xfrm xmlns:a="http://schemas.openxmlformats.org/drawingml/2006/main">
            <a:off x="535305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85" name="apigee-phase-code-A3">
            <a:extLst xmlns:a="http://schemas.openxmlformats.org/drawingml/2006/main">
              <a:ext uri="{FF2B5EF4-FFF2-40B4-BE49-F238E27FC236}">
                <a16:creationId xmlns:a16="http://schemas.microsoft.com/office/drawing/2014/main" id="{41205086-12AD-4556-ABCA-5434EC2CCADF}"/>
              </a:ext>
            </a:extLst>
          </p:cNvPr>
          <p:cNvSpPr>
            <a:spLocks xmlns:a="http://schemas.openxmlformats.org/drawingml/2006/main" noGrp="1"/>
          </p:cNvSpPr>
          <p:nvPr/>
        </p:nvSpPr>
        <p:spPr>
          <a:xfrm xmlns:a="http://schemas.openxmlformats.org/drawingml/2006/main">
            <a:off x="544830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A3</a:t>
            </a:r>
          </a:p>
        </p:txBody>
      </p:sp>
      <p:sp>
        <p:nvSpPr>
          <p:cNvPr id="86" name="apigee-phase-label-A3">
            <a:extLst xmlns:a="http://schemas.openxmlformats.org/drawingml/2006/main">
              <a:ext uri="{FF2B5EF4-FFF2-40B4-BE49-F238E27FC236}">
                <a16:creationId xmlns:a16="http://schemas.microsoft.com/office/drawing/2014/main" id="{61306933-1AA5-4F56-AF6D-D29BD6B262B7}"/>
              </a:ext>
            </a:extLst>
          </p:cNvPr>
          <p:cNvSpPr>
            <a:spLocks xmlns:a="http://schemas.openxmlformats.org/drawingml/2006/main" noGrp="1"/>
          </p:cNvSpPr>
          <p:nvPr/>
        </p:nvSpPr>
        <p:spPr>
          <a:xfrm xmlns:a="http://schemas.openxmlformats.org/drawingml/2006/main">
            <a:off x="544830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Hard-slice parity</a:t>
            </a:r>
          </a:p>
        </p:txBody>
      </p:sp>
      <p:sp>
        <p:nvSpPr>
          <p:cNvPr id="87" name="apigee-phase-rule-A3">
            <a:extLst xmlns:a="http://schemas.openxmlformats.org/drawingml/2006/main">
              <a:ext uri="{FF2B5EF4-FFF2-40B4-BE49-F238E27FC236}">
                <a16:creationId xmlns:a16="http://schemas.microsoft.com/office/drawing/2014/main" id="{BF6090D7-045B-40AE-80CC-43446AA0101F}"/>
              </a:ext>
            </a:extLst>
          </p:cNvPr>
          <p:cNvSpPr>
            <a:spLocks xmlns:a="http://schemas.openxmlformats.org/drawingml/2006/main" noGrp="1"/>
          </p:cNvSpPr>
          <p:nvPr/>
        </p:nvSpPr>
        <p:spPr>
          <a:xfrm xmlns:a="http://schemas.openxmlformats.org/drawingml/2006/main">
            <a:off x="544830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88" name="apigee-phase-exit-label-A3">
            <a:extLst xmlns:a="http://schemas.openxmlformats.org/drawingml/2006/main">
              <a:ext uri="{FF2B5EF4-FFF2-40B4-BE49-F238E27FC236}">
                <a16:creationId xmlns:a16="http://schemas.microsoft.com/office/drawing/2014/main" id="{9781371F-A8F6-42AB-A61F-A2523C292127}"/>
              </a:ext>
            </a:extLst>
          </p:cNvPr>
          <p:cNvSpPr>
            <a:spLocks xmlns:a="http://schemas.openxmlformats.org/drawingml/2006/main" noGrp="1"/>
          </p:cNvSpPr>
          <p:nvPr/>
        </p:nvSpPr>
        <p:spPr>
          <a:xfrm xmlns:a="http://schemas.openxmlformats.org/drawingml/2006/main">
            <a:off x="544830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9" name="apigee-phase-exit-A3">
            <a:extLst xmlns:a="http://schemas.openxmlformats.org/drawingml/2006/main">
              <a:ext uri="{FF2B5EF4-FFF2-40B4-BE49-F238E27FC236}">
                <a16:creationId xmlns:a16="http://schemas.microsoft.com/office/drawing/2014/main" id="{924A96E0-98F8-4D20-AA2C-9EDB45CC6186}"/>
              </a:ext>
            </a:extLst>
          </p:cNvPr>
          <p:cNvSpPr>
            <a:spLocks xmlns:a="http://schemas.openxmlformats.org/drawingml/2006/main" noGrp="1"/>
          </p:cNvSpPr>
          <p:nvPr/>
        </p:nvSpPr>
        <p:spPr>
          <a:xfrm xmlns:a="http://schemas.openxmlformats.org/drawingml/2006/main">
            <a:off x="544830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92703"/>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critical variance, unauthorized success or unexplained state gap</a:t>
            </a:r>
          </a:p>
        </p:txBody>
      </p:sp>
      <p:sp>
        <p:nvSpPr>
          <p:cNvPr id="90" name="apigee-phase-A4">
            <a:extLst xmlns:a="http://schemas.openxmlformats.org/drawingml/2006/main">
              <a:ext uri="{FF2B5EF4-FFF2-40B4-BE49-F238E27FC236}">
                <a16:creationId xmlns:a16="http://schemas.microsoft.com/office/drawing/2014/main" id="{89BAEA33-4F8E-4EC5-B64E-4299863213F4}"/>
              </a:ext>
            </a:extLst>
          </p:cNvPr>
          <p:cNvSpPr>
            <a:spLocks xmlns:a="http://schemas.openxmlformats.org/drawingml/2006/main" noGrp="1"/>
          </p:cNvSpPr>
          <p:nvPr/>
        </p:nvSpPr>
        <p:spPr>
          <a:xfrm xmlns:a="http://schemas.openxmlformats.org/drawingml/2006/main">
            <a:off x="69342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91" name="apigee-phase-code-A4">
            <a:extLst xmlns:a="http://schemas.openxmlformats.org/drawingml/2006/main">
              <a:ext uri="{FF2B5EF4-FFF2-40B4-BE49-F238E27FC236}">
                <a16:creationId xmlns:a16="http://schemas.microsoft.com/office/drawing/2014/main" id="{9B002AEB-F3B7-400F-9DB9-8E3FA5797BD9}"/>
              </a:ext>
            </a:extLst>
          </p:cNvPr>
          <p:cNvSpPr>
            <a:spLocks xmlns:a="http://schemas.openxmlformats.org/drawingml/2006/main" noGrp="1"/>
          </p:cNvSpPr>
          <p:nvPr/>
        </p:nvSpPr>
        <p:spPr>
          <a:xfrm xmlns:a="http://schemas.openxmlformats.org/drawingml/2006/main">
            <a:off x="70294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A4</a:t>
            </a:r>
          </a:p>
        </p:txBody>
      </p:sp>
      <p:sp>
        <p:nvSpPr>
          <p:cNvPr id="92" name="apigee-phase-label-A4">
            <a:extLst xmlns:a="http://schemas.openxmlformats.org/drawingml/2006/main">
              <a:ext uri="{FF2B5EF4-FFF2-40B4-BE49-F238E27FC236}">
                <a16:creationId xmlns:a16="http://schemas.microsoft.com/office/drawing/2014/main" id="{C039C570-5329-461E-AA7A-D17481022E18}"/>
              </a:ext>
            </a:extLst>
          </p:cNvPr>
          <p:cNvSpPr>
            <a:spLocks xmlns:a="http://schemas.openxmlformats.org/drawingml/2006/main" noGrp="1"/>
          </p:cNvSpPr>
          <p:nvPr/>
        </p:nvSpPr>
        <p:spPr>
          <a:xfrm xmlns:a="http://schemas.openxmlformats.org/drawingml/2006/main">
            <a:off x="70294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Bounded coexistence</a:t>
            </a:r>
          </a:p>
        </p:txBody>
      </p:sp>
      <p:sp>
        <p:nvSpPr>
          <p:cNvPr id="93" name="apigee-phase-rule-A4">
            <a:extLst xmlns:a="http://schemas.openxmlformats.org/drawingml/2006/main">
              <a:ext uri="{FF2B5EF4-FFF2-40B4-BE49-F238E27FC236}">
                <a16:creationId xmlns:a16="http://schemas.microsoft.com/office/drawing/2014/main" id="{6BC4CA65-BA88-443A-8FA0-B732A6ECBC46}"/>
              </a:ext>
            </a:extLst>
          </p:cNvPr>
          <p:cNvSpPr>
            <a:spLocks xmlns:a="http://schemas.openxmlformats.org/drawingml/2006/main" noGrp="1"/>
          </p:cNvSpPr>
          <p:nvPr/>
        </p:nvSpPr>
        <p:spPr>
          <a:xfrm xmlns:a="http://schemas.openxmlformats.org/drawingml/2006/main">
            <a:off x="70294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94" name="apigee-phase-exit-label-A4">
            <a:extLst xmlns:a="http://schemas.openxmlformats.org/drawingml/2006/main">
              <a:ext uri="{FF2B5EF4-FFF2-40B4-BE49-F238E27FC236}">
                <a16:creationId xmlns:a16="http://schemas.microsoft.com/office/drawing/2014/main" id="{D3F955BB-0AE6-452B-B312-5DCFF297BB37}"/>
              </a:ext>
            </a:extLst>
          </p:cNvPr>
          <p:cNvSpPr>
            <a:spLocks xmlns:a="http://schemas.openxmlformats.org/drawingml/2006/main" noGrp="1"/>
          </p:cNvSpPr>
          <p:nvPr/>
        </p:nvSpPr>
        <p:spPr>
          <a:xfrm xmlns:a="http://schemas.openxmlformats.org/drawingml/2006/main">
            <a:off x="70294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95" name="apigee-phase-exit-A4">
            <a:extLst xmlns:a="http://schemas.openxmlformats.org/drawingml/2006/main">
              <a:ext uri="{FF2B5EF4-FFF2-40B4-BE49-F238E27FC236}">
                <a16:creationId xmlns:a16="http://schemas.microsoft.com/office/drawing/2014/main" id="{C22C5550-1182-44E0-A049-A0256DDBDA81}"/>
              </a:ext>
            </a:extLst>
          </p:cNvPr>
          <p:cNvSpPr>
            <a:spLocks xmlns:a="http://schemas.openxmlformats.org/drawingml/2006/main" noGrp="1"/>
          </p:cNvSpPr>
          <p:nvPr/>
        </p:nvSpPr>
        <p:spPr>
          <a:xfrm xmlns:a="http://schemas.openxmlformats.org/drawingml/2006/main">
            <a:off x="70294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Cohort ledger, reconciliation and timed route-back</a:t>
            </a:r>
          </a:p>
        </p:txBody>
      </p:sp>
      <p:sp>
        <p:nvSpPr>
          <p:cNvPr id="96" name="apigee-phase-A5">
            <a:extLst xmlns:a="http://schemas.openxmlformats.org/drawingml/2006/main">
              <a:ext uri="{FF2B5EF4-FFF2-40B4-BE49-F238E27FC236}">
                <a16:creationId xmlns:a16="http://schemas.microsoft.com/office/drawing/2014/main" id="{2472695A-7894-43C5-A53C-A580F03AB00B}"/>
              </a:ext>
            </a:extLst>
          </p:cNvPr>
          <p:cNvSpPr>
            <a:spLocks xmlns:a="http://schemas.openxmlformats.org/drawingml/2006/main" noGrp="1"/>
          </p:cNvSpPr>
          <p:nvPr/>
        </p:nvSpPr>
        <p:spPr>
          <a:xfrm xmlns:a="http://schemas.openxmlformats.org/drawingml/2006/main">
            <a:off x="851535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97" name="apigee-phase-code-A5">
            <a:extLst xmlns:a="http://schemas.openxmlformats.org/drawingml/2006/main">
              <a:ext uri="{FF2B5EF4-FFF2-40B4-BE49-F238E27FC236}">
                <a16:creationId xmlns:a16="http://schemas.microsoft.com/office/drawing/2014/main" id="{CB405991-A5DD-4A23-BB82-391E65999657}"/>
              </a:ext>
            </a:extLst>
          </p:cNvPr>
          <p:cNvSpPr>
            <a:spLocks xmlns:a="http://schemas.openxmlformats.org/drawingml/2006/main" noGrp="1"/>
          </p:cNvSpPr>
          <p:nvPr/>
        </p:nvSpPr>
        <p:spPr>
          <a:xfrm xmlns:a="http://schemas.openxmlformats.org/drawingml/2006/main">
            <a:off x="861060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A5</a:t>
            </a:r>
          </a:p>
        </p:txBody>
      </p:sp>
      <p:sp>
        <p:nvSpPr>
          <p:cNvPr id="98" name="apigee-phase-label-A5">
            <a:extLst xmlns:a="http://schemas.openxmlformats.org/drawingml/2006/main">
              <a:ext uri="{FF2B5EF4-FFF2-40B4-BE49-F238E27FC236}">
                <a16:creationId xmlns:a16="http://schemas.microsoft.com/office/drawing/2014/main" id="{04C912B4-B22A-4A44-9EE4-F416F7FF38F3}"/>
              </a:ext>
            </a:extLst>
          </p:cNvPr>
          <p:cNvSpPr>
            <a:spLocks xmlns:a="http://schemas.openxmlformats.org/drawingml/2006/main" noGrp="1"/>
          </p:cNvSpPr>
          <p:nvPr/>
        </p:nvSpPr>
        <p:spPr>
          <a:xfrm xmlns:a="http://schemas.openxmlformats.org/drawingml/2006/main">
            <a:off x="861060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Production canary</a:t>
            </a:r>
          </a:p>
        </p:txBody>
      </p:sp>
      <p:sp>
        <p:nvSpPr>
          <p:cNvPr id="99" name="apigee-phase-rule-A5">
            <a:extLst xmlns:a="http://schemas.openxmlformats.org/drawingml/2006/main">
              <a:ext uri="{FF2B5EF4-FFF2-40B4-BE49-F238E27FC236}">
                <a16:creationId xmlns:a16="http://schemas.microsoft.com/office/drawing/2014/main" id="{7B80DF47-C46F-4E89-B5BC-A1B15F233C94}"/>
              </a:ext>
            </a:extLst>
          </p:cNvPr>
          <p:cNvSpPr>
            <a:spLocks xmlns:a="http://schemas.openxmlformats.org/drawingml/2006/main" noGrp="1"/>
          </p:cNvSpPr>
          <p:nvPr/>
        </p:nvSpPr>
        <p:spPr>
          <a:xfrm xmlns:a="http://schemas.openxmlformats.org/drawingml/2006/main">
            <a:off x="861060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100" name="apigee-phase-exit-label-A5">
            <a:extLst xmlns:a="http://schemas.openxmlformats.org/drawingml/2006/main">
              <a:ext uri="{FF2B5EF4-FFF2-40B4-BE49-F238E27FC236}">
                <a16:creationId xmlns:a16="http://schemas.microsoft.com/office/drawing/2014/main" id="{9815D87C-C6D8-4AD2-97B2-05C7B7408659}"/>
              </a:ext>
            </a:extLst>
          </p:cNvPr>
          <p:cNvSpPr>
            <a:spLocks xmlns:a="http://schemas.openxmlformats.org/drawingml/2006/main" noGrp="1"/>
          </p:cNvSpPr>
          <p:nvPr/>
        </p:nvSpPr>
        <p:spPr>
          <a:xfrm xmlns:a="http://schemas.openxmlformats.org/drawingml/2006/main">
            <a:off x="861060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1" name="apigee-phase-exit-A5">
            <a:extLst xmlns:a="http://schemas.openxmlformats.org/drawingml/2006/main">
              <a:ext uri="{FF2B5EF4-FFF2-40B4-BE49-F238E27FC236}">
                <a16:creationId xmlns:a16="http://schemas.microsoft.com/office/drawing/2014/main" id="{0513DFA7-EA68-42FA-8184-C317DB9BB3F6}"/>
              </a:ext>
            </a:extLst>
          </p:cNvPr>
          <p:cNvSpPr>
            <a:spLocks xmlns:a="http://schemas.openxmlformats.org/drawingml/2006/main" noGrp="1"/>
          </p:cNvSpPr>
          <p:nvPr/>
        </p:nvSpPr>
        <p:spPr>
          <a:xfrm xmlns:a="http://schemas.openxmlformats.org/drawingml/2006/main">
            <a:off x="861060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Reviewed E4 service, security, recovery, support and cost evidence</a:t>
            </a:r>
          </a:p>
        </p:txBody>
      </p:sp>
      <p:sp>
        <p:nvSpPr>
          <p:cNvPr id="102" name="apigee-phase-A6">
            <a:extLst xmlns:a="http://schemas.openxmlformats.org/drawingml/2006/main">
              <a:ext uri="{FF2B5EF4-FFF2-40B4-BE49-F238E27FC236}">
                <a16:creationId xmlns:a16="http://schemas.microsoft.com/office/drawing/2014/main" id="{A15DF9C9-C863-42F8-B33F-F311030D93C1}"/>
              </a:ext>
            </a:extLst>
          </p:cNvPr>
          <p:cNvSpPr>
            <a:spLocks xmlns:a="http://schemas.openxmlformats.org/drawingml/2006/main" noGrp="1"/>
          </p:cNvSpPr>
          <p:nvPr/>
        </p:nvSpPr>
        <p:spPr>
          <a:xfrm xmlns:a="http://schemas.openxmlformats.org/drawingml/2006/main">
            <a:off x="100965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9050">
            <a:solidFill>
              <a:srgbClr val="5537D6"/>
            </a:solidFill>
            <a:prstDash val="solid"/>
          </a:ln>
        </p:spPr>
      </p:sp>
      <p:sp>
        <p:nvSpPr>
          <p:cNvPr id="103" name="apigee-phase-code-A6">
            <a:extLst xmlns:a="http://schemas.openxmlformats.org/drawingml/2006/main">
              <a:ext uri="{FF2B5EF4-FFF2-40B4-BE49-F238E27FC236}">
                <a16:creationId xmlns:a16="http://schemas.microsoft.com/office/drawing/2014/main" id="{8787DB7E-C57B-44CC-8F54-B36BDF9E7970}"/>
              </a:ext>
            </a:extLst>
          </p:cNvPr>
          <p:cNvSpPr>
            <a:spLocks xmlns:a="http://schemas.openxmlformats.org/drawingml/2006/main" noGrp="1"/>
          </p:cNvSpPr>
          <p:nvPr/>
        </p:nvSpPr>
        <p:spPr>
          <a:xfrm xmlns:a="http://schemas.openxmlformats.org/drawingml/2006/main">
            <a:off x="101917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A6</a:t>
            </a:r>
          </a:p>
        </p:txBody>
      </p:sp>
      <p:sp>
        <p:nvSpPr>
          <p:cNvPr id="104" name="apigee-phase-label-A6">
            <a:extLst xmlns:a="http://schemas.openxmlformats.org/drawingml/2006/main">
              <a:ext uri="{FF2B5EF4-FFF2-40B4-BE49-F238E27FC236}">
                <a16:creationId xmlns:a16="http://schemas.microsoft.com/office/drawing/2014/main" id="{957D5D87-F5A3-472C-A1FD-40A782CEE236}"/>
              </a:ext>
            </a:extLst>
          </p:cNvPr>
          <p:cNvSpPr>
            <a:spLocks xmlns:a="http://schemas.openxmlformats.org/drawingml/2006/main" noGrp="1"/>
          </p:cNvSpPr>
          <p:nvPr/>
        </p:nvSpPr>
        <p:spPr>
          <a:xfrm xmlns:a="http://schemas.openxmlformats.org/drawingml/2006/main">
            <a:off x="101917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Dependency zero</a:t>
            </a:r>
          </a:p>
        </p:txBody>
      </p:sp>
      <p:sp>
        <p:nvSpPr>
          <p:cNvPr id="105" name="apigee-phase-rule-A6">
            <a:extLst xmlns:a="http://schemas.openxmlformats.org/drawingml/2006/main">
              <a:ext uri="{FF2B5EF4-FFF2-40B4-BE49-F238E27FC236}">
                <a16:creationId xmlns:a16="http://schemas.microsoft.com/office/drawing/2014/main" id="{3E48B7B6-8206-41D4-AE8E-7F4B9EBFAA6D}"/>
              </a:ext>
            </a:extLst>
          </p:cNvPr>
          <p:cNvSpPr>
            <a:spLocks xmlns:a="http://schemas.openxmlformats.org/drawingml/2006/main" noGrp="1"/>
          </p:cNvSpPr>
          <p:nvPr/>
        </p:nvSpPr>
        <p:spPr>
          <a:xfrm xmlns:a="http://schemas.openxmlformats.org/drawingml/2006/main">
            <a:off x="101917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106" name="apigee-phase-exit-label-A6">
            <a:extLst xmlns:a="http://schemas.openxmlformats.org/drawingml/2006/main">
              <a:ext uri="{FF2B5EF4-FFF2-40B4-BE49-F238E27FC236}">
                <a16:creationId xmlns:a16="http://schemas.microsoft.com/office/drawing/2014/main" id="{BEF704A2-FCFB-40A7-B8E6-350D7D36D39D}"/>
              </a:ext>
            </a:extLst>
          </p:cNvPr>
          <p:cNvSpPr>
            <a:spLocks xmlns:a="http://schemas.openxmlformats.org/drawingml/2006/main" noGrp="1"/>
          </p:cNvSpPr>
          <p:nvPr/>
        </p:nvSpPr>
        <p:spPr>
          <a:xfrm xmlns:a="http://schemas.openxmlformats.org/drawingml/2006/main">
            <a:off x="101917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7" name="apigee-phase-exit-A6">
            <a:extLst xmlns:a="http://schemas.openxmlformats.org/drawingml/2006/main">
              <a:ext uri="{FF2B5EF4-FFF2-40B4-BE49-F238E27FC236}">
                <a16:creationId xmlns:a16="http://schemas.microsoft.com/office/drawing/2014/main" id="{A8D09B74-8112-497F-9353-4B65A96D32A8}"/>
              </a:ext>
            </a:extLst>
          </p:cNvPr>
          <p:cNvSpPr>
            <a:spLocks xmlns:a="http://schemas.openxmlformats.org/drawingml/2006/main" noGrp="1"/>
          </p:cNvSpPr>
          <p:nvPr/>
        </p:nvSpPr>
        <p:spPr>
          <a:xfrm xmlns:a="http://schemas.openxmlformats.org/drawingml/2006/main">
            <a:off x="101917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live technical, data, recovery, support or commercial dependency</a:t>
            </a:r>
          </a:p>
        </p:txBody>
      </p:sp>
      <p:sp>
        <p:nvSpPr>
          <p:cNvPr id="108" name="mule-counterpart-card">
            <a:extLst xmlns:a="http://schemas.openxmlformats.org/drawingml/2006/main">
              <a:ext uri="{FF2B5EF4-FFF2-40B4-BE49-F238E27FC236}">
                <a16:creationId xmlns:a16="http://schemas.microsoft.com/office/drawing/2014/main" id="{517E94BD-19D5-4A4C-B4BE-55AD69521624}"/>
              </a:ext>
            </a:extLst>
          </p:cNvPr>
          <p:cNvSpPr>
            <a:spLocks xmlns:a="http://schemas.openxmlformats.org/drawingml/2006/main" noGrp="1"/>
          </p:cNvSpPr>
          <p:nvPr/>
        </p:nvSpPr>
        <p:spPr>
          <a:xfrm xmlns:a="http://schemas.openxmlformats.org/drawingml/2006/main">
            <a:off x="609600" y="5162550"/>
            <a:ext cx="4476750" cy="1009650"/>
          </a:xfrm>
          <a:prstGeom xmlns:a="http://schemas.openxmlformats.org/drawingml/2006/main" prst="rect">
            <a:avLst/>
          </a:prstGeom>
          <a:solidFill xmlns:a="http://schemas.openxmlformats.org/drawingml/2006/main">
            <a:srgbClr val="FFFCF5"/>
          </a:solidFill>
          <a:ln xmlns:a="http://schemas.openxmlformats.org/drawingml/2006/main" w="9525">
            <a:solidFill>
              <a:srgbClr val="C9C6BD"/>
            </a:solidFill>
            <a:prstDash val="solid"/>
          </a:ln>
        </p:spPr>
      </p:sp>
      <p:sp>
        <p:nvSpPr>
          <p:cNvPr id="109" name="mule-counterpart-text">
            <a:extLst xmlns:a="http://schemas.openxmlformats.org/drawingml/2006/main">
              <a:ext uri="{FF2B5EF4-FFF2-40B4-BE49-F238E27FC236}">
                <a16:creationId xmlns:a16="http://schemas.microsoft.com/office/drawing/2014/main" id="{85CB112C-C24E-4F5D-81B8-573BA662CF6F}"/>
              </a:ext>
            </a:extLst>
          </p:cNvPr>
          <p:cNvSpPr>
            <a:spLocks xmlns:a="http://schemas.openxmlformats.org/drawingml/2006/main" noGrp="1"/>
          </p:cNvSpPr>
          <p:nvPr/>
        </p:nvSpPr>
        <p:spPr>
          <a:xfrm xmlns:a="http://schemas.openxmlformats.org/drawingml/2006/main">
            <a:off x="742950" y="5238750"/>
            <a:ext cx="4210050" cy="838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hlinkClick xmlns:r="http://schemas.openxmlformats.org/officeDocument/2006/relationships" r:id="R2eb00c20980b4eb8"/>
              </a:rPr>
              <a:t>MULE COUNTERPART · M0–M5</a:t>
            </a:r>
          </a:p>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Inventory → gateway-dominant → hard integrations → domain factory → connector/batch tail → dependency zero</a:t>
            </a:r>
          </a:p>
        </p:txBody>
      </p:sp>
      <p:sp>
        <p:nvSpPr>
          <p:cNvPr id="110" name="common-gates-card">
            <a:extLst xmlns:a="http://schemas.openxmlformats.org/drawingml/2006/main">
              <a:ext uri="{FF2B5EF4-FFF2-40B4-BE49-F238E27FC236}">
                <a16:creationId xmlns:a16="http://schemas.microsoft.com/office/drawing/2014/main" id="{DC77CD76-20DB-4EBC-83D0-ACBDF1986C42}"/>
              </a:ext>
            </a:extLst>
          </p:cNvPr>
          <p:cNvSpPr>
            <a:spLocks xmlns:a="http://schemas.openxmlformats.org/drawingml/2006/main" noGrp="1"/>
          </p:cNvSpPr>
          <p:nvPr/>
        </p:nvSpPr>
        <p:spPr>
          <a:xfrm xmlns:a="http://schemas.openxmlformats.org/drawingml/2006/main">
            <a:off x="5219700" y="5162550"/>
            <a:ext cx="6362700" cy="1009650"/>
          </a:xfrm>
          <a:prstGeom xmlns:a="http://schemas.openxmlformats.org/drawingml/2006/main" prst="rect">
            <a:avLst/>
          </a:prstGeom>
          <a:solidFill xmlns:a="http://schemas.openxmlformats.org/drawingml/2006/main">
            <a:srgbClr val="FFFCF5"/>
          </a:solidFill>
          <a:ln xmlns:a="http://schemas.openxmlformats.org/drawingml/2006/main" w="9525">
            <a:solidFill>
              <a:srgbClr val="C9C6BD"/>
            </a:solidFill>
            <a:prstDash val="solid"/>
          </a:ln>
        </p:spPr>
      </p:sp>
      <p:sp>
        <p:nvSpPr>
          <p:cNvPr id="111" name="common-gates-text">
            <a:extLst xmlns:a="http://schemas.openxmlformats.org/drawingml/2006/main">
              <a:ext uri="{FF2B5EF4-FFF2-40B4-BE49-F238E27FC236}">
                <a16:creationId xmlns:a16="http://schemas.microsoft.com/office/drawing/2014/main" id="{0DB49931-05A0-4255-9329-EC894CDA13BE}"/>
              </a:ext>
            </a:extLst>
          </p:cNvPr>
          <p:cNvSpPr>
            <a:spLocks xmlns:a="http://schemas.openxmlformats.org/drawingml/2006/main" noGrp="1"/>
          </p:cNvSpPr>
          <p:nvPr/>
        </p:nvSpPr>
        <p:spPr>
          <a:xfrm xmlns:a="http://schemas.openxmlformats.org/drawingml/2006/main">
            <a:off x="5353050" y="5238750"/>
            <a:ext cx="6096000" cy="8572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rPr>
              <a:t>COMMON GATES</a:t>
            </a:r>
          </a:p>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Source truth → semantics → reversible foundation → parity → route-back → production evidence → dependency zero</a:t>
            </a:r>
          </a:p>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hlinkClick xmlns:r="http://schemas.openxmlformats.org/officeDocument/2006/relationships" r:id="R5971096796954770"/>
              </a:rPr>
              <a:t>Terminology crosswalk</a:t>
            </a:r>
          </a:p>
        </p:txBody>
      </p:sp>
    </p:spTree>
    <p:extLst>
      <p:ext uri="{BB962C8B-B14F-4D97-AF65-F5344CB8AC3E}">
        <p14:creationId xmlns:p14="http://schemas.microsoft.com/office/powerpoint/2010/main" val="260942150"/>
      </p:ext>
    </p:extLst>
  </p:cSld>
</p:sld>
</file>

<file path=ppt/slides/slide1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34CB803-C782-446A-9267-22D570997D7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AA3E8BA-D722-4007-9DFE-B7F2A50089A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1D335C-E2A0-4AEE-BC76-CA98B686D5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
            <a:extLst xmlns:a="http://schemas.openxmlformats.org/drawingml/2006/main">
              <a:ext uri="{FF2B5EF4-FFF2-40B4-BE49-F238E27FC236}">
                <a16:creationId xmlns:a16="http://schemas.microsoft.com/office/drawing/2014/main" id="{2B7FCF0F-6E74-4157-8E0A-08D42650197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
            <a:extLst xmlns:a="http://schemas.openxmlformats.org/drawingml/2006/main">
              <a:ext uri="{FF2B5EF4-FFF2-40B4-BE49-F238E27FC236}">
                <a16:creationId xmlns:a16="http://schemas.microsoft.com/office/drawing/2014/main" id="{24690352-C606-4122-9AB1-DF2AEB1673E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
            <a:extLst xmlns:a="http://schemas.openxmlformats.org/drawingml/2006/main">
              <a:ext uri="{FF2B5EF4-FFF2-40B4-BE49-F238E27FC236}">
                <a16:creationId xmlns:a16="http://schemas.microsoft.com/office/drawing/2014/main" id="{5396D5E3-2A3A-4E35-91CD-76640301337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7DEFFC-6E52-49CA-A718-DBB35877E32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e7d5c667f4ea4583"/>
              </a:rPr>
              <a:t>Repo reference</a:t>
            </a:r>
            <a:r>
              <a:rPr sz="825">
                <a:solidFill>
                  <a:srgbClr val="666762"/>
                </a:solidFill>
              </a:rPr>
              <a:t>  ·  </a:t>
            </a:r>
            <a:r>
              <a:rPr sz="825" u="sng">
                <a:solidFill>
                  <a:srgbClr val="666762"/>
                </a:solidFill>
                <a:hlinkClick xmlns:r="http://schemas.openxmlformats.org/officeDocument/2006/relationships" r:id="Rf0bf18d712894daf"/>
              </a:rPr>
              <a:t>Official docs</a:t>
            </a:r>
          </a:p>
        </p:txBody>
      </p:sp>
      <p:sp>
        <p:nvSpPr>
          <p:cNvPr id="8" name="">
            <a:extLst xmlns:a="http://schemas.openxmlformats.org/drawingml/2006/main">
              <a:ext uri="{FF2B5EF4-FFF2-40B4-BE49-F238E27FC236}">
                <a16:creationId xmlns:a16="http://schemas.microsoft.com/office/drawing/2014/main" id="{8AD95E7D-67B5-4D6D-94DB-DE59F229AD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
            <a:extLst xmlns:a="http://schemas.openxmlformats.org/drawingml/2006/main">
              <a:ext uri="{FF2B5EF4-FFF2-40B4-BE49-F238E27FC236}">
                <a16:creationId xmlns:a16="http://schemas.microsoft.com/office/drawing/2014/main" id="{DFAE3E54-6DAD-4463-A105-A79DA610CE85}"/>
              </a:ext>
            </a:extLst>
          </p:cNvPr>
          <p:cNvSpPr>
            <a:spLocks xmlns:a="http://schemas.openxmlformats.org/drawingml/2006/main" noGrp="1"/>
          </p:cNvSpPr>
          <p:nvPr/>
        </p:nvSpPr>
        <p:spPr>
          <a:xfrm xmlns:a="http://schemas.openxmlformats.org/drawingml/2006/main">
            <a:off x="685800" y="2238375"/>
            <a:ext cx="2286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
            <a:extLst xmlns:a="http://schemas.openxmlformats.org/drawingml/2006/main">
              <a:ext uri="{FF2B5EF4-FFF2-40B4-BE49-F238E27FC236}">
                <a16:creationId xmlns:a16="http://schemas.microsoft.com/office/drawing/2014/main" id="{8B12EAF7-5C14-45F3-A54C-3360EC7A3604}"/>
              </a:ext>
            </a:extLst>
          </p:cNvPr>
          <p:cNvSpPr>
            <a:spLocks xmlns:a="http://schemas.openxmlformats.org/drawingml/2006/main" noGrp="1"/>
          </p:cNvSpPr>
          <p:nvPr/>
        </p:nvSpPr>
        <p:spPr>
          <a:xfrm xmlns:a="http://schemas.openxmlformats.org/drawingml/2006/main">
            <a:off x="685800" y="3476625"/>
            <a:ext cx="228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
            <a:extLst xmlns:a="http://schemas.openxmlformats.org/drawingml/2006/main">
              <a:ext uri="{FF2B5EF4-FFF2-40B4-BE49-F238E27FC236}">
                <a16:creationId xmlns:a16="http://schemas.microsoft.com/office/drawing/2014/main" id="{3F0DF096-E618-450D-8778-70B89D41616F}"/>
              </a:ext>
            </a:extLst>
          </p:cNvPr>
          <p:cNvSpPr>
            <a:spLocks xmlns:a="http://schemas.openxmlformats.org/drawingml/2006/main" noGrp="1"/>
          </p:cNvSpPr>
          <p:nvPr/>
        </p:nvSpPr>
        <p:spPr>
          <a:xfrm xmlns:a="http://schemas.openxmlformats.org/drawingml/2006/main">
            <a:off x="35242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1243CCD7-C651-4001-BF24-CDA4F80B33BA}"/>
              </a:ext>
            </a:extLst>
          </p:cNvPr>
          <p:cNvSpPr>
            <a:spLocks xmlns:a="http://schemas.openxmlformats.org/drawingml/2006/main" noGrp="1"/>
          </p:cNvSpPr>
          <p:nvPr/>
        </p:nvSpPr>
        <p:spPr>
          <a:xfrm xmlns:a="http://schemas.openxmlformats.org/drawingml/2006/main">
            <a:off x="37147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
            <a:extLst xmlns:a="http://schemas.openxmlformats.org/drawingml/2006/main">
              <a:ext uri="{FF2B5EF4-FFF2-40B4-BE49-F238E27FC236}">
                <a16:creationId xmlns:a16="http://schemas.microsoft.com/office/drawing/2014/main" id="{EA8B9163-D837-4502-9FEA-58AAAF8F74C4}"/>
              </a:ext>
            </a:extLst>
          </p:cNvPr>
          <p:cNvSpPr>
            <a:spLocks xmlns:a="http://schemas.openxmlformats.org/drawingml/2006/main" noGrp="1"/>
          </p:cNvSpPr>
          <p:nvPr/>
        </p:nvSpPr>
        <p:spPr>
          <a:xfrm xmlns:a="http://schemas.openxmlformats.org/drawingml/2006/main">
            <a:off x="37147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02"/>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
            <a:extLst xmlns:a="http://schemas.openxmlformats.org/drawingml/2006/main">
              <a:ext uri="{FF2B5EF4-FFF2-40B4-BE49-F238E27FC236}">
                <a16:creationId xmlns:a16="http://schemas.microsoft.com/office/drawing/2014/main" id="{E2EA90A3-A1A7-4B75-9016-5562B9C4502B}"/>
              </a:ext>
            </a:extLst>
          </p:cNvPr>
          <p:cNvSpPr>
            <a:spLocks xmlns:a="http://schemas.openxmlformats.org/drawingml/2006/main" noGrp="1"/>
          </p:cNvSpPr>
          <p:nvPr/>
        </p:nvSpPr>
        <p:spPr>
          <a:xfrm xmlns:a="http://schemas.openxmlformats.org/drawingml/2006/main">
            <a:off x="37147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26"/>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
            <a:extLst xmlns:a="http://schemas.openxmlformats.org/drawingml/2006/main">
              <a:ext uri="{FF2B5EF4-FFF2-40B4-BE49-F238E27FC236}">
                <a16:creationId xmlns:a16="http://schemas.microsoft.com/office/drawing/2014/main" id="{507805FD-1EFB-46BB-9424-44DECA9EF9AF}"/>
              </a:ext>
            </a:extLst>
          </p:cNvPr>
          <p:cNvSpPr>
            <a:spLocks xmlns:a="http://schemas.openxmlformats.org/drawingml/2006/main" noGrp="1"/>
          </p:cNvSpPr>
          <p:nvPr/>
        </p:nvSpPr>
        <p:spPr>
          <a:xfrm xmlns:a="http://schemas.openxmlformats.org/drawingml/2006/main">
            <a:off x="61531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08E96536-E010-4A68-9EDF-7F0AB9AB2069}"/>
              </a:ext>
            </a:extLst>
          </p:cNvPr>
          <p:cNvSpPr>
            <a:spLocks xmlns:a="http://schemas.openxmlformats.org/drawingml/2006/main" noGrp="1"/>
          </p:cNvSpPr>
          <p:nvPr/>
        </p:nvSpPr>
        <p:spPr>
          <a:xfrm xmlns:a="http://schemas.openxmlformats.org/drawingml/2006/main">
            <a:off x="63436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
            <a:extLst xmlns:a="http://schemas.openxmlformats.org/drawingml/2006/main">
              <a:ext uri="{FF2B5EF4-FFF2-40B4-BE49-F238E27FC236}">
                <a16:creationId xmlns:a16="http://schemas.microsoft.com/office/drawing/2014/main" id="{44E6A225-9558-4AB4-A5F5-B6395D565E92}"/>
              </a:ext>
            </a:extLst>
          </p:cNvPr>
          <p:cNvSpPr>
            <a:spLocks xmlns:a="http://schemas.openxmlformats.org/drawingml/2006/main" noGrp="1"/>
          </p:cNvSpPr>
          <p:nvPr/>
        </p:nvSpPr>
        <p:spPr>
          <a:xfrm xmlns:a="http://schemas.openxmlformats.org/drawingml/2006/main">
            <a:off x="63436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
            <a:extLst xmlns:a="http://schemas.openxmlformats.org/drawingml/2006/main">
              <a:ext uri="{FF2B5EF4-FFF2-40B4-BE49-F238E27FC236}">
                <a16:creationId xmlns:a16="http://schemas.microsoft.com/office/drawing/2014/main" id="{DE595F43-72D0-4818-95E1-592D44429148}"/>
              </a:ext>
            </a:extLst>
          </p:cNvPr>
          <p:cNvSpPr>
            <a:spLocks xmlns:a="http://schemas.openxmlformats.org/drawingml/2006/main" noGrp="1"/>
          </p:cNvSpPr>
          <p:nvPr/>
        </p:nvSpPr>
        <p:spPr>
          <a:xfrm xmlns:a="http://schemas.openxmlformats.org/drawingml/2006/main">
            <a:off x="63436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
            <a:extLst xmlns:a="http://schemas.openxmlformats.org/drawingml/2006/main">
              <a:ext uri="{FF2B5EF4-FFF2-40B4-BE49-F238E27FC236}">
                <a16:creationId xmlns:a16="http://schemas.microsoft.com/office/drawing/2014/main" id="{435BE7F8-75C5-4968-A408-C7AB0D414B6A}"/>
              </a:ext>
            </a:extLst>
          </p:cNvPr>
          <p:cNvSpPr>
            <a:spLocks xmlns:a="http://schemas.openxmlformats.org/drawingml/2006/main" noGrp="1"/>
          </p:cNvSpPr>
          <p:nvPr/>
        </p:nvSpPr>
        <p:spPr>
          <a:xfrm xmlns:a="http://schemas.openxmlformats.org/drawingml/2006/main">
            <a:off x="87820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47558609-3549-4AF3-97F0-C5AFEF9D6122}"/>
              </a:ext>
            </a:extLst>
          </p:cNvPr>
          <p:cNvSpPr>
            <a:spLocks xmlns:a="http://schemas.openxmlformats.org/drawingml/2006/main" noGrp="1"/>
          </p:cNvSpPr>
          <p:nvPr/>
        </p:nvSpPr>
        <p:spPr>
          <a:xfrm xmlns:a="http://schemas.openxmlformats.org/drawingml/2006/main">
            <a:off x="89725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
            <a:extLst xmlns:a="http://schemas.openxmlformats.org/drawingml/2006/main">
              <a:ext uri="{FF2B5EF4-FFF2-40B4-BE49-F238E27FC236}">
                <a16:creationId xmlns:a16="http://schemas.microsoft.com/office/drawing/2014/main" id="{A649534B-9ACA-44D1-9930-7636AD1DD220}"/>
              </a:ext>
            </a:extLst>
          </p:cNvPr>
          <p:cNvSpPr>
            <a:spLocks xmlns:a="http://schemas.openxmlformats.org/drawingml/2006/main" noGrp="1"/>
          </p:cNvSpPr>
          <p:nvPr/>
        </p:nvSpPr>
        <p:spPr>
          <a:xfrm xmlns:a="http://schemas.openxmlformats.org/drawingml/2006/main">
            <a:off x="89725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
            <a:extLst xmlns:a="http://schemas.openxmlformats.org/drawingml/2006/main">
              <a:ext uri="{FF2B5EF4-FFF2-40B4-BE49-F238E27FC236}">
                <a16:creationId xmlns:a16="http://schemas.microsoft.com/office/drawing/2014/main" id="{F777E87A-9792-403F-B962-75B0D95A4BAD}"/>
              </a:ext>
            </a:extLst>
          </p:cNvPr>
          <p:cNvSpPr>
            <a:spLocks xmlns:a="http://schemas.openxmlformats.org/drawingml/2006/main" noGrp="1"/>
          </p:cNvSpPr>
          <p:nvPr/>
        </p:nvSpPr>
        <p:spPr>
          <a:xfrm xmlns:a="http://schemas.openxmlformats.org/drawingml/2006/main">
            <a:off x="89725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
            <a:extLst xmlns:a="http://schemas.openxmlformats.org/drawingml/2006/main">
              <a:ext uri="{FF2B5EF4-FFF2-40B4-BE49-F238E27FC236}">
                <a16:creationId xmlns:a16="http://schemas.microsoft.com/office/drawing/2014/main" id="{7BF51D9C-4FE4-44F2-BC73-12190328DBE2}"/>
              </a:ext>
            </a:extLst>
          </p:cNvPr>
          <p:cNvSpPr>
            <a:spLocks xmlns:a="http://schemas.openxmlformats.org/drawingml/2006/main" noGrp="1"/>
          </p:cNvSpPr>
          <p:nvPr/>
        </p:nvSpPr>
        <p:spPr>
          <a:xfrm xmlns:a="http://schemas.openxmlformats.org/drawingml/2006/main">
            <a:off x="685800" y="5600700"/>
            <a:ext cx="107061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5894F2-979F-4B41-9961-6701625DCE3D}"/>
              </a:ext>
            </a:extLst>
          </p:cNvPr>
          <p:cNvSpPr>
            <a:spLocks xmlns:a="http://schemas.openxmlformats.org/drawingml/2006/main" noGrp="1"/>
          </p:cNvSpPr>
          <p:nvPr/>
        </p:nvSpPr>
        <p:spPr>
          <a:xfrm xmlns:a="http://schemas.openxmlformats.org/drawingml/2006/main">
            <a:off x="838200" y="5705475"/>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sld>
</file>

<file path=ppt/slides/slide1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8974FDC-F29B-4E2C-AF84-818480225C1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7D46D0-6F11-4433-9039-24E914E96D7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D19CE0-2937-491D-A75F-27CF01D0A229}"/>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
            <a:extLst xmlns:a="http://schemas.openxmlformats.org/drawingml/2006/main">
              <a:ext uri="{FF2B5EF4-FFF2-40B4-BE49-F238E27FC236}">
                <a16:creationId xmlns:a16="http://schemas.microsoft.com/office/drawing/2014/main" id="{A2CF7392-7736-425E-A718-C7495D60C53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
            <a:extLst xmlns:a="http://schemas.openxmlformats.org/drawingml/2006/main">
              <a:ext uri="{FF2B5EF4-FFF2-40B4-BE49-F238E27FC236}">
                <a16:creationId xmlns:a16="http://schemas.microsoft.com/office/drawing/2014/main" id="{7FBE64B0-A3FF-4650-B6DC-C2BFD7C35C8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
            <a:extLst xmlns:a="http://schemas.openxmlformats.org/drawingml/2006/main">
              <a:ext uri="{FF2B5EF4-FFF2-40B4-BE49-F238E27FC236}">
                <a16:creationId xmlns:a16="http://schemas.microsoft.com/office/drawing/2014/main" id="{72BDA32D-7E79-44C8-8123-F24311A8799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BB1822-A84B-4832-AC93-F1CE0E2D54C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3290581b3384990"/>
              </a:rPr>
              <a:t>Repo reference</a:t>
            </a:r>
            <a:r>
              <a:rPr sz="825">
                <a:solidFill>
                  <a:srgbClr val="666762"/>
                </a:solidFill>
              </a:rPr>
              <a:t>  ·  </a:t>
            </a:r>
            <a:r>
              <a:rPr sz="825" u="sng">
                <a:solidFill>
                  <a:srgbClr val="666762"/>
                </a:solidFill>
                <a:hlinkClick xmlns:r="http://schemas.openxmlformats.org/officeDocument/2006/relationships" r:id="R00b06a147ce444ce"/>
              </a:rPr>
              <a:t>Official docs</a:t>
            </a:r>
          </a:p>
        </p:txBody>
      </p:sp>
      <p:sp>
        <p:nvSpPr>
          <p:cNvPr id="8" name="">
            <a:extLst xmlns:a="http://schemas.openxmlformats.org/drawingml/2006/main">
              <a:ext uri="{FF2B5EF4-FFF2-40B4-BE49-F238E27FC236}">
                <a16:creationId xmlns:a16="http://schemas.microsoft.com/office/drawing/2014/main" id="{68AB035D-C8CD-46B2-9359-794A2088C9F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
            <a:extLst xmlns:a="http://schemas.openxmlformats.org/drawingml/2006/main">
              <a:ext uri="{FF2B5EF4-FFF2-40B4-BE49-F238E27FC236}">
                <a16:creationId xmlns:a16="http://schemas.microsoft.com/office/drawing/2014/main" id="{EBFEB3D6-4926-49B5-8998-2C3BEFB2B425}"/>
              </a:ext>
            </a:extLst>
          </p:cNvPr>
          <p:cNvSpPr>
            <a:spLocks xmlns:a="http://schemas.openxmlformats.org/drawingml/2006/main" noGrp="1"/>
          </p:cNvSpPr>
          <p:nvPr/>
        </p:nvSpPr>
        <p:spPr>
          <a:xfrm xmlns:a="http://schemas.openxmlformats.org/drawingml/2006/main">
            <a:off x="6477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
            <a:extLst xmlns:a="http://schemas.openxmlformats.org/drawingml/2006/main">
              <a:ext uri="{FF2B5EF4-FFF2-40B4-BE49-F238E27FC236}">
                <a16:creationId xmlns:a16="http://schemas.microsoft.com/office/drawing/2014/main" id="{E6634319-4892-4BD1-B537-024A0DA17F60}"/>
              </a:ext>
            </a:extLst>
          </p:cNvPr>
          <p:cNvSpPr>
            <a:spLocks xmlns:a="http://schemas.openxmlformats.org/drawingml/2006/main" noGrp="1"/>
          </p:cNvSpPr>
          <p:nvPr/>
        </p:nvSpPr>
        <p:spPr>
          <a:xfrm xmlns:a="http://schemas.openxmlformats.org/drawingml/2006/main">
            <a:off x="6477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9A718E-7133-4D0E-975E-4C79F5A5A7FF}"/>
              </a:ext>
            </a:extLst>
          </p:cNvPr>
          <p:cNvSpPr>
            <a:spLocks xmlns:a="http://schemas.openxmlformats.org/drawingml/2006/main" noGrp="1"/>
          </p:cNvSpPr>
          <p:nvPr/>
        </p:nvSpPr>
        <p:spPr>
          <a:xfrm xmlns:a="http://schemas.openxmlformats.org/drawingml/2006/main">
            <a:off x="6477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
            <a:extLst xmlns:a="http://schemas.openxmlformats.org/drawingml/2006/main">
              <a:ext uri="{FF2B5EF4-FFF2-40B4-BE49-F238E27FC236}">
                <a16:creationId xmlns:a16="http://schemas.microsoft.com/office/drawing/2014/main" id="{DACF2193-93D3-46F8-B9E7-DDC0A805CB0B}"/>
              </a:ext>
            </a:extLst>
          </p:cNvPr>
          <p:cNvSpPr>
            <a:spLocks xmlns:a="http://schemas.openxmlformats.org/drawingml/2006/main" noGrp="1"/>
          </p:cNvSpPr>
          <p:nvPr/>
        </p:nvSpPr>
        <p:spPr>
          <a:xfrm xmlns:a="http://schemas.openxmlformats.org/drawingml/2006/main">
            <a:off x="11620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
            <a:extLst xmlns:a="http://schemas.openxmlformats.org/drawingml/2006/main">
              <a:ext uri="{FF2B5EF4-FFF2-40B4-BE49-F238E27FC236}">
                <a16:creationId xmlns:a16="http://schemas.microsoft.com/office/drawing/2014/main" id="{20824502-9332-4B39-BF44-A648E99D3AD9}"/>
              </a:ext>
            </a:extLst>
          </p:cNvPr>
          <p:cNvSpPr>
            <a:spLocks xmlns:a="http://schemas.openxmlformats.org/drawingml/2006/main" noGrp="1"/>
          </p:cNvSpPr>
          <p:nvPr/>
        </p:nvSpPr>
        <p:spPr>
          <a:xfrm xmlns:a="http://schemas.openxmlformats.org/drawingml/2006/main">
            <a:off x="11620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
            <a:extLst xmlns:a="http://schemas.openxmlformats.org/drawingml/2006/main">
              <a:ext uri="{FF2B5EF4-FFF2-40B4-BE49-F238E27FC236}">
                <a16:creationId xmlns:a16="http://schemas.microsoft.com/office/drawing/2014/main" id="{D620E9F9-3444-4F24-8082-881B0D9F228F}"/>
              </a:ext>
            </a:extLst>
          </p:cNvPr>
          <p:cNvSpPr>
            <a:spLocks xmlns:a="http://schemas.openxmlformats.org/drawingml/2006/main" noGrp="1"/>
          </p:cNvSpPr>
          <p:nvPr/>
        </p:nvSpPr>
        <p:spPr>
          <a:xfrm xmlns:a="http://schemas.openxmlformats.org/drawingml/2006/main">
            <a:off x="6477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C79DB5-51AA-4F53-B026-E5BBA03062D9}"/>
              </a:ext>
            </a:extLst>
          </p:cNvPr>
          <p:cNvSpPr>
            <a:spLocks xmlns:a="http://schemas.openxmlformats.org/drawingml/2006/main" noGrp="1"/>
          </p:cNvSpPr>
          <p:nvPr/>
        </p:nvSpPr>
        <p:spPr>
          <a:xfrm xmlns:a="http://schemas.openxmlformats.org/drawingml/2006/main">
            <a:off x="6477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AE51FA4-8B77-45FC-9A60-3ED609964CCF}"/>
              </a:ext>
            </a:extLst>
          </p:cNvPr>
          <p:cNvSpPr>
            <a:spLocks xmlns:a="http://schemas.openxmlformats.org/drawingml/2006/main" noGrp="1"/>
          </p:cNvSpPr>
          <p:nvPr/>
        </p:nvSpPr>
        <p:spPr>
          <a:xfrm xmlns:a="http://schemas.openxmlformats.org/drawingml/2006/main">
            <a:off x="11620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
            <a:extLst xmlns:a="http://schemas.openxmlformats.org/drawingml/2006/main">
              <a:ext uri="{FF2B5EF4-FFF2-40B4-BE49-F238E27FC236}">
                <a16:creationId xmlns:a16="http://schemas.microsoft.com/office/drawing/2014/main" id="{81F0BA3F-4126-4752-A380-FA3902C67A87}"/>
              </a:ext>
            </a:extLst>
          </p:cNvPr>
          <p:cNvSpPr>
            <a:spLocks xmlns:a="http://schemas.openxmlformats.org/drawingml/2006/main" noGrp="1"/>
          </p:cNvSpPr>
          <p:nvPr/>
        </p:nvSpPr>
        <p:spPr>
          <a:xfrm xmlns:a="http://schemas.openxmlformats.org/drawingml/2006/main">
            <a:off x="11620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
            <a:extLst xmlns:a="http://schemas.openxmlformats.org/drawingml/2006/main">
              <a:ext uri="{FF2B5EF4-FFF2-40B4-BE49-F238E27FC236}">
                <a16:creationId xmlns:a16="http://schemas.microsoft.com/office/drawing/2014/main" id="{3AF65236-498D-4524-8284-BD1DA227F8C1}"/>
              </a:ext>
            </a:extLst>
          </p:cNvPr>
          <p:cNvSpPr>
            <a:spLocks xmlns:a="http://schemas.openxmlformats.org/drawingml/2006/main" noGrp="1"/>
          </p:cNvSpPr>
          <p:nvPr/>
        </p:nvSpPr>
        <p:spPr>
          <a:xfrm xmlns:a="http://schemas.openxmlformats.org/drawingml/2006/main">
            <a:off x="440055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
            <a:extLst xmlns:a="http://schemas.openxmlformats.org/drawingml/2006/main">
              <a:ext uri="{FF2B5EF4-FFF2-40B4-BE49-F238E27FC236}">
                <a16:creationId xmlns:a16="http://schemas.microsoft.com/office/drawing/2014/main" id="{FAC27D34-D8CE-499F-973C-1BADB3E46359}"/>
              </a:ext>
            </a:extLst>
          </p:cNvPr>
          <p:cNvSpPr>
            <a:spLocks xmlns:a="http://schemas.openxmlformats.org/drawingml/2006/main" noGrp="1"/>
          </p:cNvSpPr>
          <p:nvPr/>
        </p:nvSpPr>
        <p:spPr>
          <a:xfrm xmlns:a="http://schemas.openxmlformats.org/drawingml/2006/main">
            <a:off x="440055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51BB98A-64A3-430F-8C76-D91F6AD02231}"/>
              </a:ext>
            </a:extLst>
          </p:cNvPr>
          <p:cNvSpPr>
            <a:spLocks xmlns:a="http://schemas.openxmlformats.org/drawingml/2006/main" noGrp="1"/>
          </p:cNvSpPr>
          <p:nvPr/>
        </p:nvSpPr>
        <p:spPr>
          <a:xfrm xmlns:a="http://schemas.openxmlformats.org/drawingml/2006/main">
            <a:off x="440055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
            <a:extLst xmlns:a="http://schemas.openxmlformats.org/drawingml/2006/main">
              <a:ext uri="{FF2B5EF4-FFF2-40B4-BE49-F238E27FC236}">
                <a16:creationId xmlns:a16="http://schemas.microsoft.com/office/drawing/2014/main" id="{236DAD5C-FDBF-4FD5-A9EE-524E4C7A7281}"/>
              </a:ext>
            </a:extLst>
          </p:cNvPr>
          <p:cNvSpPr>
            <a:spLocks xmlns:a="http://schemas.openxmlformats.org/drawingml/2006/main" noGrp="1"/>
          </p:cNvSpPr>
          <p:nvPr/>
        </p:nvSpPr>
        <p:spPr>
          <a:xfrm xmlns:a="http://schemas.openxmlformats.org/drawingml/2006/main">
            <a:off x="491490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
            <a:extLst xmlns:a="http://schemas.openxmlformats.org/drawingml/2006/main">
              <a:ext uri="{FF2B5EF4-FFF2-40B4-BE49-F238E27FC236}">
                <a16:creationId xmlns:a16="http://schemas.microsoft.com/office/drawing/2014/main" id="{5CD30741-8D4D-4A45-91E7-B7D7060A71A3}"/>
              </a:ext>
            </a:extLst>
          </p:cNvPr>
          <p:cNvSpPr>
            <a:spLocks xmlns:a="http://schemas.openxmlformats.org/drawingml/2006/main" noGrp="1"/>
          </p:cNvSpPr>
          <p:nvPr/>
        </p:nvSpPr>
        <p:spPr>
          <a:xfrm xmlns:a="http://schemas.openxmlformats.org/drawingml/2006/main">
            <a:off x="491490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
            <a:extLst xmlns:a="http://schemas.openxmlformats.org/drawingml/2006/main">
              <a:ext uri="{FF2B5EF4-FFF2-40B4-BE49-F238E27FC236}">
                <a16:creationId xmlns:a16="http://schemas.microsoft.com/office/drawing/2014/main" id="{430E7FD0-60FD-4624-BFFF-D9A1AC50C152}"/>
              </a:ext>
            </a:extLst>
          </p:cNvPr>
          <p:cNvSpPr>
            <a:spLocks xmlns:a="http://schemas.openxmlformats.org/drawingml/2006/main" noGrp="1"/>
          </p:cNvSpPr>
          <p:nvPr/>
        </p:nvSpPr>
        <p:spPr>
          <a:xfrm xmlns:a="http://schemas.openxmlformats.org/drawingml/2006/main">
            <a:off x="440055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21F19BD-520F-495F-BC93-586459CBD69E}"/>
              </a:ext>
            </a:extLst>
          </p:cNvPr>
          <p:cNvSpPr>
            <a:spLocks xmlns:a="http://schemas.openxmlformats.org/drawingml/2006/main" noGrp="1"/>
          </p:cNvSpPr>
          <p:nvPr/>
        </p:nvSpPr>
        <p:spPr>
          <a:xfrm xmlns:a="http://schemas.openxmlformats.org/drawingml/2006/main">
            <a:off x="440055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ECC07192-A48D-4472-91B3-9843FD3DE67E}"/>
              </a:ext>
            </a:extLst>
          </p:cNvPr>
          <p:cNvSpPr>
            <a:spLocks xmlns:a="http://schemas.openxmlformats.org/drawingml/2006/main" noGrp="1"/>
          </p:cNvSpPr>
          <p:nvPr/>
        </p:nvSpPr>
        <p:spPr>
          <a:xfrm xmlns:a="http://schemas.openxmlformats.org/drawingml/2006/main">
            <a:off x="491490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
            <a:extLst xmlns:a="http://schemas.openxmlformats.org/drawingml/2006/main">
              <a:ext uri="{FF2B5EF4-FFF2-40B4-BE49-F238E27FC236}">
                <a16:creationId xmlns:a16="http://schemas.microsoft.com/office/drawing/2014/main" id="{EAC342AE-558D-44D6-BFC5-AA2A09B6C041}"/>
              </a:ext>
            </a:extLst>
          </p:cNvPr>
          <p:cNvSpPr>
            <a:spLocks xmlns:a="http://schemas.openxmlformats.org/drawingml/2006/main" noGrp="1"/>
          </p:cNvSpPr>
          <p:nvPr/>
        </p:nvSpPr>
        <p:spPr>
          <a:xfrm xmlns:a="http://schemas.openxmlformats.org/drawingml/2006/main">
            <a:off x="491490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
            <a:extLst xmlns:a="http://schemas.openxmlformats.org/drawingml/2006/main">
              <a:ext uri="{FF2B5EF4-FFF2-40B4-BE49-F238E27FC236}">
                <a16:creationId xmlns:a16="http://schemas.microsoft.com/office/drawing/2014/main" id="{7EDA2631-DE27-4641-ADFC-A8E4434BBC07}"/>
              </a:ext>
            </a:extLst>
          </p:cNvPr>
          <p:cNvSpPr>
            <a:spLocks xmlns:a="http://schemas.openxmlformats.org/drawingml/2006/main" noGrp="1"/>
          </p:cNvSpPr>
          <p:nvPr/>
        </p:nvSpPr>
        <p:spPr>
          <a:xfrm xmlns:a="http://schemas.openxmlformats.org/drawingml/2006/main">
            <a:off x="81534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
            <a:extLst xmlns:a="http://schemas.openxmlformats.org/drawingml/2006/main">
              <a:ext uri="{FF2B5EF4-FFF2-40B4-BE49-F238E27FC236}">
                <a16:creationId xmlns:a16="http://schemas.microsoft.com/office/drawing/2014/main" id="{39077255-FEB4-4D80-AFBA-A244DF66AE8B}"/>
              </a:ext>
            </a:extLst>
          </p:cNvPr>
          <p:cNvSpPr>
            <a:spLocks xmlns:a="http://schemas.openxmlformats.org/drawingml/2006/main" noGrp="1"/>
          </p:cNvSpPr>
          <p:nvPr/>
        </p:nvSpPr>
        <p:spPr>
          <a:xfrm xmlns:a="http://schemas.openxmlformats.org/drawingml/2006/main">
            <a:off x="81534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B676B0F-494C-4B95-BDB0-E4E7DCB35121}"/>
              </a:ext>
            </a:extLst>
          </p:cNvPr>
          <p:cNvSpPr>
            <a:spLocks xmlns:a="http://schemas.openxmlformats.org/drawingml/2006/main" noGrp="1"/>
          </p:cNvSpPr>
          <p:nvPr/>
        </p:nvSpPr>
        <p:spPr>
          <a:xfrm xmlns:a="http://schemas.openxmlformats.org/drawingml/2006/main">
            <a:off x="81534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CCB845FA-CC8A-4903-B8E1-5B58429A9546}"/>
              </a:ext>
            </a:extLst>
          </p:cNvPr>
          <p:cNvSpPr>
            <a:spLocks xmlns:a="http://schemas.openxmlformats.org/drawingml/2006/main" noGrp="1"/>
          </p:cNvSpPr>
          <p:nvPr/>
        </p:nvSpPr>
        <p:spPr>
          <a:xfrm xmlns:a="http://schemas.openxmlformats.org/drawingml/2006/main">
            <a:off x="86677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
            <a:extLst xmlns:a="http://schemas.openxmlformats.org/drawingml/2006/main">
              <a:ext uri="{FF2B5EF4-FFF2-40B4-BE49-F238E27FC236}">
                <a16:creationId xmlns:a16="http://schemas.microsoft.com/office/drawing/2014/main" id="{BDDC870C-EE1E-43B8-8CA3-7DD648E587B6}"/>
              </a:ext>
            </a:extLst>
          </p:cNvPr>
          <p:cNvSpPr>
            <a:spLocks xmlns:a="http://schemas.openxmlformats.org/drawingml/2006/main" noGrp="1"/>
          </p:cNvSpPr>
          <p:nvPr/>
        </p:nvSpPr>
        <p:spPr>
          <a:xfrm xmlns:a="http://schemas.openxmlformats.org/drawingml/2006/main">
            <a:off x="86677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
            <a:extLst xmlns:a="http://schemas.openxmlformats.org/drawingml/2006/main">
              <a:ext uri="{FF2B5EF4-FFF2-40B4-BE49-F238E27FC236}">
                <a16:creationId xmlns:a16="http://schemas.microsoft.com/office/drawing/2014/main" id="{2C72569F-4BCE-45AC-B494-2BA2E0DC7A0C}"/>
              </a:ext>
            </a:extLst>
          </p:cNvPr>
          <p:cNvSpPr>
            <a:spLocks xmlns:a="http://schemas.openxmlformats.org/drawingml/2006/main" noGrp="1"/>
          </p:cNvSpPr>
          <p:nvPr/>
        </p:nvSpPr>
        <p:spPr>
          <a:xfrm xmlns:a="http://schemas.openxmlformats.org/drawingml/2006/main">
            <a:off x="81534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53FC106-5B1D-4B60-BBA9-984F74C2F3A6}"/>
              </a:ext>
            </a:extLst>
          </p:cNvPr>
          <p:cNvSpPr>
            <a:spLocks xmlns:a="http://schemas.openxmlformats.org/drawingml/2006/main" noGrp="1"/>
          </p:cNvSpPr>
          <p:nvPr/>
        </p:nvSpPr>
        <p:spPr>
          <a:xfrm xmlns:a="http://schemas.openxmlformats.org/drawingml/2006/main">
            <a:off x="81534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1"/>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
            <a:extLst xmlns:a="http://schemas.openxmlformats.org/drawingml/2006/main">
              <a:ext uri="{FF2B5EF4-FFF2-40B4-BE49-F238E27FC236}">
                <a16:creationId xmlns:a16="http://schemas.microsoft.com/office/drawing/2014/main" id="{49C3F3B0-7F31-45DB-BAF0-40C499405C79}"/>
              </a:ext>
            </a:extLst>
          </p:cNvPr>
          <p:cNvSpPr>
            <a:spLocks xmlns:a="http://schemas.openxmlformats.org/drawingml/2006/main" noGrp="1"/>
          </p:cNvSpPr>
          <p:nvPr/>
        </p:nvSpPr>
        <p:spPr>
          <a:xfrm xmlns:a="http://schemas.openxmlformats.org/drawingml/2006/main">
            <a:off x="86677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
            <a:extLst xmlns:a="http://schemas.openxmlformats.org/drawingml/2006/main">
              <a:ext uri="{FF2B5EF4-FFF2-40B4-BE49-F238E27FC236}">
                <a16:creationId xmlns:a16="http://schemas.microsoft.com/office/drawing/2014/main" id="{C19BA977-EA69-452B-8AA8-B182D0F1342B}"/>
              </a:ext>
            </a:extLst>
          </p:cNvPr>
          <p:cNvSpPr>
            <a:spLocks xmlns:a="http://schemas.openxmlformats.org/drawingml/2006/main" noGrp="1"/>
          </p:cNvSpPr>
          <p:nvPr/>
        </p:nvSpPr>
        <p:spPr>
          <a:xfrm xmlns:a="http://schemas.openxmlformats.org/drawingml/2006/main">
            <a:off x="86677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
            <a:extLst xmlns:a="http://schemas.openxmlformats.org/drawingml/2006/main">
              <a:ext uri="{FF2B5EF4-FFF2-40B4-BE49-F238E27FC236}">
                <a16:creationId xmlns:a16="http://schemas.microsoft.com/office/drawing/2014/main" id="{FD4E1B57-1F9C-4D6D-883E-0BCCA22B729E}"/>
              </a:ext>
            </a:extLst>
          </p:cNvPr>
          <p:cNvSpPr>
            <a:spLocks xmlns:a="http://schemas.openxmlformats.org/drawingml/2006/main" noGrp="1"/>
          </p:cNvSpPr>
          <p:nvPr/>
        </p:nvSpPr>
        <p:spPr>
          <a:xfrm xmlns:a="http://schemas.openxmlformats.org/drawingml/2006/main">
            <a:off x="1428750" y="5981700"/>
            <a:ext cx="93345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2136842-D8B6-44B8-B1BA-7C697CB16BFB}"/>
              </a:ext>
            </a:extLst>
          </p:cNvPr>
          <p:cNvSpPr>
            <a:spLocks xmlns:a="http://schemas.openxmlformats.org/drawingml/2006/main" noGrp="1"/>
          </p:cNvSpPr>
          <p:nvPr/>
        </p:nvSpPr>
        <p:spPr>
          <a:xfrm xmlns:a="http://schemas.openxmlformats.org/drawingml/2006/main">
            <a:off x="1581150" y="6038850"/>
            <a:ext cx="9029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sld>
</file>

<file path=ppt/slides/slide1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B69CF37-57FE-465A-A4B4-52A9A6DC515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1A7EB2-ABA0-4662-9899-1917022C67A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2E21FD-1059-4504-BA88-8C33114FFA4A}"/>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
            <a:extLst xmlns:a="http://schemas.openxmlformats.org/drawingml/2006/main">
              <a:ext uri="{FF2B5EF4-FFF2-40B4-BE49-F238E27FC236}">
                <a16:creationId xmlns:a16="http://schemas.microsoft.com/office/drawing/2014/main" id="{A60366BD-5EF2-40AA-8769-1A2171ABB51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
            <a:extLst xmlns:a="http://schemas.openxmlformats.org/drawingml/2006/main">
              <a:ext uri="{FF2B5EF4-FFF2-40B4-BE49-F238E27FC236}">
                <a16:creationId xmlns:a16="http://schemas.microsoft.com/office/drawing/2014/main" id="{52406543-364B-4B60-A865-859FAE9D73F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
            <a:extLst xmlns:a="http://schemas.openxmlformats.org/drawingml/2006/main">
              <a:ext uri="{FF2B5EF4-FFF2-40B4-BE49-F238E27FC236}">
                <a16:creationId xmlns:a16="http://schemas.microsoft.com/office/drawing/2014/main" id="{FE672A5F-5B40-4531-A961-5097A8E9ACA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6AD82A4-5823-4542-AFB9-62D6EC45989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0fb33b9ac954795"/>
              </a:rPr>
              <a:t>Repo reference</a:t>
            </a:r>
            <a:r>
              <a:rPr sz="825">
                <a:solidFill>
                  <a:srgbClr val="666762"/>
                </a:solidFill>
              </a:rPr>
              <a:t>  ·  </a:t>
            </a:r>
            <a:r>
              <a:rPr sz="825" u="sng">
                <a:solidFill>
                  <a:srgbClr val="666762"/>
                </a:solidFill>
                <a:hlinkClick xmlns:r="http://schemas.openxmlformats.org/officeDocument/2006/relationships" r:id="R4476ac92f55542dd"/>
              </a:rPr>
              <a:t>Official docs</a:t>
            </a:r>
          </a:p>
        </p:txBody>
      </p:sp>
      <p:sp>
        <p:nvSpPr>
          <p:cNvPr id="8" name="">
            <a:extLst xmlns:a="http://schemas.openxmlformats.org/drawingml/2006/main">
              <a:ext uri="{FF2B5EF4-FFF2-40B4-BE49-F238E27FC236}">
                <a16:creationId xmlns:a16="http://schemas.microsoft.com/office/drawing/2014/main" id="{2CEF1017-D02F-4A16-B44C-27480572F53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
            <a:extLst xmlns:a="http://schemas.openxmlformats.org/drawingml/2006/main">
              <a:ext uri="{FF2B5EF4-FFF2-40B4-BE49-F238E27FC236}">
                <a16:creationId xmlns:a16="http://schemas.microsoft.com/office/drawing/2014/main" id="{A0B9FA3F-BED8-4B7F-9721-A9127C5AE625}"/>
              </a:ext>
            </a:extLst>
          </p:cNvPr>
          <p:cNvSpPr>
            <a:spLocks xmlns:a="http://schemas.openxmlformats.org/drawingml/2006/main" noGrp="1"/>
          </p:cNvSpPr>
          <p:nvPr/>
        </p:nvSpPr>
        <p:spPr>
          <a:xfrm xmlns:a="http://schemas.openxmlformats.org/drawingml/2006/main">
            <a:off x="628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6B4951DF-9F06-4DA3-AAD4-2FD4AC63C9D7}"/>
              </a:ext>
            </a:extLst>
          </p:cNvPr>
          <p:cNvSpPr>
            <a:spLocks xmlns:a="http://schemas.openxmlformats.org/drawingml/2006/main" noGrp="1"/>
          </p:cNvSpPr>
          <p:nvPr/>
        </p:nvSpPr>
        <p:spPr>
          <a:xfrm xmlns:a="http://schemas.openxmlformats.org/drawingml/2006/main">
            <a:off x="800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
            <a:extLst xmlns:a="http://schemas.openxmlformats.org/drawingml/2006/main">
              <a:ext uri="{FF2B5EF4-FFF2-40B4-BE49-F238E27FC236}">
                <a16:creationId xmlns:a16="http://schemas.microsoft.com/office/drawing/2014/main" id="{675776B0-0B82-4D93-9921-33E7527B814B}"/>
              </a:ext>
            </a:extLst>
          </p:cNvPr>
          <p:cNvSpPr>
            <a:spLocks xmlns:a="http://schemas.openxmlformats.org/drawingml/2006/main" noGrp="1"/>
          </p:cNvSpPr>
          <p:nvPr/>
        </p:nvSpPr>
        <p:spPr>
          <a:xfrm xmlns:a="http://schemas.openxmlformats.org/drawingml/2006/main">
            <a:off x="800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
            <a:extLst xmlns:a="http://schemas.openxmlformats.org/drawingml/2006/main">
              <a:ext uri="{FF2B5EF4-FFF2-40B4-BE49-F238E27FC236}">
                <a16:creationId xmlns:a16="http://schemas.microsoft.com/office/drawing/2014/main" id="{E6B32EE0-485A-4626-801D-235091619FC0}"/>
              </a:ext>
            </a:extLst>
          </p:cNvPr>
          <p:cNvSpPr>
            <a:spLocks xmlns:a="http://schemas.openxmlformats.org/drawingml/2006/main" noGrp="1"/>
          </p:cNvSpPr>
          <p:nvPr/>
        </p:nvSpPr>
        <p:spPr>
          <a:xfrm xmlns:a="http://schemas.openxmlformats.org/drawingml/2006/main">
            <a:off x="800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
            <a:extLst xmlns:a="http://schemas.openxmlformats.org/drawingml/2006/main">
              <a:ext uri="{FF2B5EF4-FFF2-40B4-BE49-F238E27FC236}">
                <a16:creationId xmlns:a16="http://schemas.microsoft.com/office/drawing/2014/main" id="{7208270D-4652-48E6-920C-E29512BABEC7}"/>
              </a:ext>
            </a:extLst>
          </p:cNvPr>
          <p:cNvSpPr>
            <a:spLocks xmlns:a="http://schemas.openxmlformats.org/drawingml/2006/main" noGrp="1"/>
          </p:cNvSpPr>
          <p:nvPr/>
        </p:nvSpPr>
        <p:spPr>
          <a:xfrm xmlns:a="http://schemas.openxmlformats.org/drawingml/2006/main">
            <a:off x="800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
            <a:extLst xmlns:a="http://schemas.openxmlformats.org/drawingml/2006/main">
              <a:ext uri="{FF2B5EF4-FFF2-40B4-BE49-F238E27FC236}">
                <a16:creationId xmlns:a16="http://schemas.microsoft.com/office/drawing/2014/main" id="{B52BC25E-8444-4703-8FB5-46A11C83FCCD}"/>
              </a:ext>
            </a:extLst>
          </p:cNvPr>
          <p:cNvSpPr>
            <a:spLocks xmlns:a="http://schemas.openxmlformats.org/drawingml/2006/main" noGrp="1"/>
          </p:cNvSpPr>
          <p:nvPr/>
        </p:nvSpPr>
        <p:spPr>
          <a:xfrm xmlns:a="http://schemas.openxmlformats.org/drawingml/2006/main">
            <a:off x="800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
            <a:extLst xmlns:a="http://schemas.openxmlformats.org/drawingml/2006/main">
              <a:ext uri="{FF2B5EF4-FFF2-40B4-BE49-F238E27FC236}">
                <a16:creationId xmlns:a16="http://schemas.microsoft.com/office/drawing/2014/main" id="{A1833ED2-CD45-4C77-8594-0E10094B42D0}"/>
              </a:ext>
            </a:extLst>
          </p:cNvPr>
          <p:cNvSpPr>
            <a:spLocks xmlns:a="http://schemas.openxmlformats.org/drawingml/2006/main" noGrp="1"/>
          </p:cNvSpPr>
          <p:nvPr/>
        </p:nvSpPr>
        <p:spPr>
          <a:xfrm xmlns:a="http://schemas.openxmlformats.org/drawingml/2006/main">
            <a:off x="800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
            <a:extLst xmlns:a="http://schemas.openxmlformats.org/drawingml/2006/main">
              <a:ext uri="{FF2B5EF4-FFF2-40B4-BE49-F238E27FC236}">
                <a16:creationId xmlns:a16="http://schemas.microsoft.com/office/drawing/2014/main" id="{DDC2362F-390D-4E7A-A653-951C04DC3E20}"/>
              </a:ext>
            </a:extLst>
          </p:cNvPr>
          <p:cNvSpPr>
            <a:spLocks xmlns:a="http://schemas.openxmlformats.org/drawingml/2006/main" noGrp="1"/>
          </p:cNvSpPr>
          <p:nvPr/>
        </p:nvSpPr>
        <p:spPr>
          <a:xfrm xmlns:a="http://schemas.openxmlformats.org/drawingml/2006/main">
            <a:off x="28194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0EF284F8-DC5A-4F4C-8850-3CBE8C4A2889}"/>
              </a:ext>
            </a:extLst>
          </p:cNvPr>
          <p:cNvSpPr>
            <a:spLocks xmlns:a="http://schemas.openxmlformats.org/drawingml/2006/main" noGrp="1"/>
          </p:cNvSpPr>
          <p:nvPr/>
        </p:nvSpPr>
        <p:spPr>
          <a:xfrm xmlns:a="http://schemas.openxmlformats.org/drawingml/2006/main">
            <a:off x="29908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
            <a:extLst xmlns:a="http://schemas.openxmlformats.org/drawingml/2006/main">
              <a:ext uri="{FF2B5EF4-FFF2-40B4-BE49-F238E27FC236}">
                <a16:creationId xmlns:a16="http://schemas.microsoft.com/office/drawing/2014/main" id="{CEA21C61-68AA-4751-B518-FC02F514D3BA}"/>
              </a:ext>
            </a:extLst>
          </p:cNvPr>
          <p:cNvSpPr>
            <a:spLocks xmlns:a="http://schemas.openxmlformats.org/drawingml/2006/main" noGrp="1"/>
          </p:cNvSpPr>
          <p:nvPr/>
        </p:nvSpPr>
        <p:spPr>
          <a:xfrm xmlns:a="http://schemas.openxmlformats.org/drawingml/2006/main">
            <a:off x="29908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
            <a:extLst xmlns:a="http://schemas.openxmlformats.org/drawingml/2006/main">
              <a:ext uri="{FF2B5EF4-FFF2-40B4-BE49-F238E27FC236}">
                <a16:creationId xmlns:a16="http://schemas.microsoft.com/office/drawing/2014/main" id="{83755A0B-09E9-41E1-BD7A-AAAC816AFF76}"/>
              </a:ext>
            </a:extLst>
          </p:cNvPr>
          <p:cNvSpPr>
            <a:spLocks xmlns:a="http://schemas.openxmlformats.org/drawingml/2006/main" noGrp="1"/>
          </p:cNvSpPr>
          <p:nvPr/>
        </p:nvSpPr>
        <p:spPr>
          <a:xfrm xmlns:a="http://schemas.openxmlformats.org/drawingml/2006/main">
            <a:off x="29908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
            <a:extLst xmlns:a="http://schemas.openxmlformats.org/drawingml/2006/main">
              <a:ext uri="{FF2B5EF4-FFF2-40B4-BE49-F238E27FC236}">
                <a16:creationId xmlns:a16="http://schemas.microsoft.com/office/drawing/2014/main" id="{C9C8B9DA-17BD-4277-8547-31C721973C12}"/>
              </a:ext>
            </a:extLst>
          </p:cNvPr>
          <p:cNvSpPr>
            <a:spLocks xmlns:a="http://schemas.openxmlformats.org/drawingml/2006/main" noGrp="1"/>
          </p:cNvSpPr>
          <p:nvPr/>
        </p:nvSpPr>
        <p:spPr>
          <a:xfrm xmlns:a="http://schemas.openxmlformats.org/drawingml/2006/main">
            <a:off x="29908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
            <a:extLst xmlns:a="http://schemas.openxmlformats.org/drawingml/2006/main">
              <a:ext uri="{FF2B5EF4-FFF2-40B4-BE49-F238E27FC236}">
                <a16:creationId xmlns:a16="http://schemas.microsoft.com/office/drawing/2014/main" id="{D4A530DB-4957-4A8D-9B3D-5E1BA40C3CA5}"/>
              </a:ext>
            </a:extLst>
          </p:cNvPr>
          <p:cNvSpPr>
            <a:spLocks xmlns:a="http://schemas.openxmlformats.org/drawingml/2006/main" noGrp="1"/>
          </p:cNvSpPr>
          <p:nvPr/>
        </p:nvSpPr>
        <p:spPr>
          <a:xfrm xmlns:a="http://schemas.openxmlformats.org/drawingml/2006/main">
            <a:off x="29908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
            <a:extLst xmlns:a="http://schemas.openxmlformats.org/drawingml/2006/main">
              <a:ext uri="{FF2B5EF4-FFF2-40B4-BE49-F238E27FC236}">
                <a16:creationId xmlns:a16="http://schemas.microsoft.com/office/drawing/2014/main" id="{EE5E07E0-6C8A-4CE5-8A14-4AE783C0E498}"/>
              </a:ext>
            </a:extLst>
          </p:cNvPr>
          <p:cNvSpPr>
            <a:spLocks xmlns:a="http://schemas.openxmlformats.org/drawingml/2006/main" noGrp="1"/>
          </p:cNvSpPr>
          <p:nvPr/>
        </p:nvSpPr>
        <p:spPr>
          <a:xfrm xmlns:a="http://schemas.openxmlformats.org/drawingml/2006/main">
            <a:off x="29908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
            <a:extLst xmlns:a="http://schemas.openxmlformats.org/drawingml/2006/main">
              <a:ext uri="{FF2B5EF4-FFF2-40B4-BE49-F238E27FC236}">
                <a16:creationId xmlns:a16="http://schemas.microsoft.com/office/drawing/2014/main" id="{1E3AA160-BFBB-4881-9E1F-93956E917C90}"/>
              </a:ext>
            </a:extLst>
          </p:cNvPr>
          <p:cNvSpPr>
            <a:spLocks xmlns:a="http://schemas.openxmlformats.org/drawingml/2006/main" noGrp="1"/>
          </p:cNvSpPr>
          <p:nvPr/>
        </p:nvSpPr>
        <p:spPr>
          <a:xfrm xmlns:a="http://schemas.openxmlformats.org/drawingml/2006/main">
            <a:off x="50101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901EA3C7-92D5-4F95-ACB8-C94D4E9B8B56}"/>
              </a:ext>
            </a:extLst>
          </p:cNvPr>
          <p:cNvSpPr>
            <a:spLocks xmlns:a="http://schemas.openxmlformats.org/drawingml/2006/main" noGrp="1"/>
          </p:cNvSpPr>
          <p:nvPr/>
        </p:nvSpPr>
        <p:spPr>
          <a:xfrm xmlns:a="http://schemas.openxmlformats.org/drawingml/2006/main">
            <a:off x="51816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
            <a:extLst xmlns:a="http://schemas.openxmlformats.org/drawingml/2006/main">
              <a:ext uri="{FF2B5EF4-FFF2-40B4-BE49-F238E27FC236}">
                <a16:creationId xmlns:a16="http://schemas.microsoft.com/office/drawing/2014/main" id="{A1B0DC4E-6213-4BAF-A2BD-EE80881B13F2}"/>
              </a:ext>
            </a:extLst>
          </p:cNvPr>
          <p:cNvSpPr>
            <a:spLocks xmlns:a="http://schemas.openxmlformats.org/drawingml/2006/main" noGrp="1"/>
          </p:cNvSpPr>
          <p:nvPr/>
        </p:nvSpPr>
        <p:spPr>
          <a:xfrm xmlns:a="http://schemas.openxmlformats.org/drawingml/2006/main">
            <a:off x="51816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
            <a:extLst xmlns:a="http://schemas.openxmlformats.org/drawingml/2006/main">
              <a:ext uri="{FF2B5EF4-FFF2-40B4-BE49-F238E27FC236}">
                <a16:creationId xmlns:a16="http://schemas.microsoft.com/office/drawing/2014/main" id="{8A1F8612-D085-4786-B832-2D08972116BB}"/>
              </a:ext>
            </a:extLst>
          </p:cNvPr>
          <p:cNvSpPr>
            <a:spLocks xmlns:a="http://schemas.openxmlformats.org/drawingml/2006/main" noGrp="1"/>
          </p:cNvSpPr>
          <p:nvPr/>
        </p:nvSpPr>
        <p:spPr>
          <a:xfrm xmlns:a="http://schemas.openxmlformats.org/drawingml/2006/main">
            <a:off x="51816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
            <a:extLst xmlns:a="http://schemas.openxmlformats.org/drawingml/2006/main">
              <a:ext uri="{FF2B5EF4-FFF2-40B4-BE49-F238E27FC236}">
                <a16:creationId xmlns:a16="http://schemas.microsoft.com/office/drawing/2014/main" id="{E4BF9C81-CD73-4EFA-9A2D-3088C20632C3}"/>
              </a:ext>
            </a:extLst>
          </p:cNvPr>
          <p:cNvSpPr>
            <a:spLocks xmlns:a="http://schemas.openxmlformats.org/drawingml/2006/main" noGrp="1"/>
          </p:cNvSpPr>
          <p:nvPr/>
        </p:nvSpPr>
        <p:spPr>
          <a:xfrm xmlns:a="http://schemas.openxmlformats.org/drawingml/2006/main">
            <a:off x="51816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
            <a:extLst xmlns:a="http://schemas.openxmlformats.org/drawingml/2006/main">
              <a:ext uri="{FF2B5EF4-FFF2-40B4-BE49-F238E27FC236}">
                <a16:creationId xmlns:a16="http://schemas.microsoft.com/office/drawing/2014/main" id="{3574409A-DE47-4B30-901E-F5451239D5F4}"/>
              </a:ext>
            </a:extLst>
          </p:cNvPr>
          <p:cNvSpPr>
            <a:spLocks xmlns:a="http://schemas.openxmlformats.org/drawingml/2006/main" noGrp="1"/>
          </p:cNvSpPr>
          <p:nvPr/>
        </p:nvSpPr>
        <p:spPr>
          <a:xfrm xmlns:a="http://schemas.openxmlformats.org/drawingml/2006/main">
            <a:off x="51816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
            <a:extLst xmlns:a="http://schemas.openxmlformats.org/drawingml/2006/main">
              <a:ext uri="{FF2B5EF4-FFF2-40B4-BE49-F238E27FC236}">
                <a16:creationId xmlns:a16="http://schemas.microsoft.com/office/drawing/2014/main" id="{3CC02F0E-1AD9-4826-93E0-158B099B4D38}"/>
              </a:ext>
            </a:extLst>
          </p:cNvPr>
          <p:cNvSpPr>
            <a:spLocks xmlns:a="http://schemas.openxmlformats.org/drawingml/2006/main" noGrp="1"/>
          </p:cNvSpPr>
          <p:nvPr/>
        </p:nvSpPr>
        <p:spPr>
          <a:xfrm xmlns:a="http://schemas.openxmlformats.org/drawingml/2006/main">
            <a:off x="51816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
            <a:extLst xmlns:a="http://schemas.openxmlformats.org/drawingml/2006/main">
              <a:ext uri="{FF2B5EF4-FFF2-40B4-BE49-F238E27FC236}">
                <a16:creationId xmlns:a16="http://schemas.microsoft.com/office/drawing/2014/main" id="{50CC5234-7C50-449E-9EAD-D8E23D473419}"/>
              </a:ext>
            </a:extLst>
          </p:cNvPr>
          <p:cNvSpPr>
            <a:spLocks xmlns:a="http://schemas.openxmlformats.org/drawingml/2006/main" noGrp="1"/>
          </p:cNvSpPr>
          <p:nvPr/>
        </p:nvSpPr>
        <p:spPr>
          <a:xfrm xmlns:a="http://schemas.openxmlformats.org/drawingml/2006/main">
            <a:off x="72009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B9DAAB50-4938-4226-88B3-6C8DE97FAF33}"/>
              </a:ext>
            </a:extLst>
          </p:cNvPr>
          <p:cNvSpPr>
            <a:spLocks xmlns:a="http://schemas.openxmlformats.org/drawingml/2006/main" noGrp="1"/>
          </p:cNvSpPr>
          <p:nvPr/>
        </p:nvSpPr>
        <p:spPr>
          <a:xfrm xmlns:a="http://schemas.openxmlformats.org/drawingml/2006/main">
            <a:off x="73723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
            <a:extLst xmlns:a="http://schemas.openxmlformats.org/drawingml/2006/main">
              <a:ext uri="{FF2B5EF4-FFF2-40B4-BE49-F238E27FC236}">
                <a16:creationId xmlns:a16="http://schemas.microsoft.com/office/drawing/2014/main" id="{7C3A1CCD-9F15-4CDB-AAC2-C42C882F1211}"/>
              </a:ext>
            </a:extLst>
          </p:cNvPr>
          <p:cNvSpPr>
            <a:spLocks xmlns:a="http://schemas.openxmlformats.org/drawingml/2006/main" noGrp="1"/>
          </p:cNvSpPr>
          <p:nvPr/>
        </p:nvSpPr>
        <p:spPr>
          <a:xfrm xmlns:a="http://schemas.openxmlformats.org/drawingml/2006/main">
            <a:off x="73723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
            <a:extLst xmlns:a="http://schemas.openxmlformats.org/drawingml/2006/main">
              <a:ext uri="{FF2B5EF4-FFF2-40B4-BE49-F238E27FC236}">
                <a16:creationId xmlns:a16="http://schemas.microsoft.com/office/drawing/2014/main" id="{8D7862CF-F495-43D4-B4AC-A6067B598C71}"/>
              </a:ext>
            </a:extLst>
          </p:cNvPr>
          <p:cNvSpPr>
            <a:spLocks xmlns:a="http://schemas.openxmlformats.org/drawingml/2006/main" noGrp="1"/>
          </p:cNvSpPr>
          <p:nvPr/>
        </p:nvSpPr>
        <p:spPr>
          <a:xfrm xmlns:a="http://schemas.openxmlformats.org/drawingml/2006/main">
            <a:off x="73723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
            <a:extLst xmlns:a="http://schemas.openxmlformats.org/drawingml/2006/main">
              <a:ext uri="{FF2B5EF4-FFF2-40B4-BE49-F238E27FC236}">
                <a16:creationId xmlns:a16="http://schemas.microsoft.com/office/drawing/2014/main" id="{AC3A8ED3-2A33-41E4-88A9-DF7534E1783A}"/>
              </a:ext>
            </a:extLst>
          </p:cNvPr>
          <p:cNvSpPr>
            <a:spLocks xmlns:a="http://schemas.openxmlformats.org/drawingml/2006/main" noGrp="1"/>
          </p:cNvSpPr>
          <p:nvPr/>
        </p:nvSpPr>
        <p:spPr>
          <a:xfrm xmlns:a="http://schemas.openxmlformats.org/drawingml/2006/main">
            <a:off x="73723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
            <a:extLst xmlns:a="http://schemas.openxmlformats.org/drawingml/2006/main">
              <a:ext uri="{FF2B5EF4-FFF2-40B4-BE49-F238E27FC236}">
                <a16:creationId xmlns:a16="http://schemas.microsoft.com/office/drawing/2014/main" id="{BDA8C2E1-AB85-40E1-8595-CC1417DFFEBA}"/>
              </a:ext>
            </a:extLst>
          </p:cNvPr>
          <p:cNvSpPr>
            <a:spLocks xmlns:a="http://schemas.openxmlformats.org/drawingml/2006/main" noGrp="1"/>
          </p:cNvSpPr>
          <p:nvPr/>
        </p:nvSpPr>
        <p:spPr>
          <a:xfrm xmlns:a="http://schemas.openxmlformats.org/drawingml/2006/main">
            <a:off x="73723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
            <a:extLst xmlns:a="http://schemas.openxmlformats.org/drawingml/2006/main">
              <a:ext uri="{FF2B5EF4-FFF2-40B4-BE49-F238E27FC236}">
                <a16:creationId xmlns:a16="http://schemas.microsoft.com/office/drawing/2014/main" id="{9AE394B3-8BD5-40A4-B87B-8515E5F804E9}"/>
              </a:ext>
            </a:extLst>
          </p:cNvPr>
          <p:cNvSpPr>
            <a:spLocks xmlns:a="http://schemas.openxmlformats.org/drawingml/2006/main" noGrp="1"/>
          </p:cNvSpPr>
          <p:nvPr/>
        </p:nvSpPr>
        <p:spPr>
          <a:xfrm xmlns:a="http://schemas.openxmlformats.org/drawingml/2006/main">
            <a:off x="73723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
            <a:extLst xmlns:a="http://schemas.openxmlformats.org/drawingml/2006/main">
              <a:ext uri="{FF2B5EF4-FFF2-40B4-BE49-F238E27FC236}">
                <a16:creationId xmlns:a16="http://schemas.microsoft.com/office/drawing/2014/main" id="{1F4FF126-94A7-4150-948F-E8BAA22A87CD}"/>
              </a:ext>
            </a:extLst>
          </p:cNvPr>
          <p:cNvSpPr>
            <a:spLocks xmlns:a="http://schemas.openxmlformats.org/drawingml/2006/main" noGrp="1"/>
          </p:cNvSpPr>
          <p:nvPr/>
        </p:nvSpPr>
        <p:spPr>
          <a:xfrm xmlns:a="http://schemas.openxmlformats.org/drawingml/2006/main">
            <a:off x="9391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8" name="">
            <a:extLst xmlns:a="http://schemas.openxmlformats.org/drawingml/2006/main">
              <a:ext uri="{FF2B5EF4-FFF2-40B4-BE49-F238E27FC236}">
                <a16:creationId xmlns:a16="http://schemas.microsoft.com/office/drawing/2014/main" id="{2205E943-814A-4703-925A-BB330AAD8AFC}"/>
              </a:ext>
            </a:extLst>
          </p:cNvPr>
          <p:cNvSpPr>
            <a:spLocks xmlns:a="http://schemas.openxmlformats.org/drawingml/2006/main" noGrp="1"/>
          </p:cNvSpPr>
          <p:nvPr/>
        </p:nvSpPr>
        <p:spPr>
          <a:xfrm xmlns:a="http://schemas.openxmlformats.org/drawingml/2006/main">
            <a:off x="9563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
            <a:extLst xmlns:a="http://schemas.openxmlformats.org/drawingml/2006/main">
              <a:ext uri="{FF2B5EF4-FFF2-40B4-BE49-F238E27FC236}">
                <a16:creationId xmlns:a16="http://schemas.microsoft.com/office/drawing/2014/main" id="{5859C5AB-D638-4C80-8512-33E539265544}"/>
              </a:ext>
            </a:extLst>
          </p:cNvPr>
          <p:cNvSpPr>
            <a:spLocks xmlns:a="http://schemas.openxmlformats.org/drawingml/2006/main" noGrp="1"/>
          </p:cNvSpPr>
          <p:nvPr/>
        </p:nvSpPr>
        <p:spPr>
          <a:xfrm xmlns:a="http://schemas.openxmlformats.org/drawingml/2006/main">
            <a:off x="9563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
            <a:extLst xmlns:a="http://schemas.openxmlformats.org/drawingml/2006/main">
              <a:ext uri="{FF2B5EF4-FFF2-40B4-BE49-F238E27FC236}">
                <a16:creationId xmlns:a16="http://schemas.microsoft.com/office/drawing/2014/main" id="{BA24379C-97F4-4834-BBD9-5365C9A17B7B}"/>
              </a:ext>
            </a:extLst>
          </p:cNvPr>
          <p:cNvSpPr>
            <a:spLocks xmlns:a="http://schemas.openxmlformats.org/drawingml/2006/main" noGrp="1"/>
          </p:cNvSpPr>
          <p:nvPr/>
        </p:nvSpPr>
        <p:spPr>
          <a:xfrm xmlns:a="http://schemas.openxmlformats.org/drawingml/2006/main">
            <a:off x="9563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
            <a:extLst xmlns:a="http://schemas.openxmlformats.org/drawingml/2006/main">
              <a:ext uri="{FF2B5EF4-FFF2-40B4-BE49-F238E27FC236}">
                <a16:creationId xmlns:a16="http://schemas.microsoft.com/office/drawing/2014/main" id="{6C199AA3-17E3-491F-9658-9DC61ED45276}"/>
              </a:ext>
            </a:extLst>
          </p:cNvPr>
          <p:cNvSpPr>
            <a:spLocks xmlns:a="http://schemas.openxmlformats.org/drawingml/2006/main" noGrp="1"/>
          </p:cNvSpPr>
          <p:nvPr/>
        </p:nvSpPr>
        <p:spPr>
          <a:xfrm xmlns:a="http://schemas.openxmlformats.org/drawingml/2006/main">
            <a:off x="9563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
            <a:extLst xmlns:a="http://schemas.openxmlformats.org/drawingml/2006/main">
              <a:ext uri="{FF2B5EF4-FFF2-40B4-BE49-F238E27FC236}">
                <a16:creationId xmlns:a16="http://schemas.microsoft.com/office/drawing/2014/main" id="{5652B381-FFE5-478B-99A7-636FC16512E0}"/>
              </a:ext>
            </a:extLst>
          </p:cNvPr>
          <p:cNvSpPr>
            <a:spLocks xmlns:a="http://schemas.openxmlformats.org/drawingml/2006/main" noGrp="1"/>
          </p:cNvSpPr>
          <p:nvPr/>
        </p:nvSpPr>
        <p:spPr>
          <a:xfrm xmlns:a="http://schemas.openxmlformats.org/drawingml/2006/main">
            <a:off x="9563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
            <a:extLst xmlns:a="http://schemas.openxmlformats.org/drawingml/2006/main">
              <a:ext uri="{FF2B5EF4-FFF2-40B4-BE49-F238E27FC236}">
                <a16:creationId xmlns:a16="http://schemas.microsoft.com/office/drawing/2014/main" id="{EAE10F13-3C96-4E03-8A18-50E31EB0050B}"/>
              </a:ext>
            </a:extLst>
          </p:cNvPr>
          <p:cNvSpPr>
            <a:spLocks xmlns:a="http://schemas.openxmlformats.org/drawingml/2006/main" noGrp="1"/>
          </p:cNvSpPr>
          <p:nvPr/>
        </p:nvSpPr>
        <p:spPr>
          <a:xfrm xmlns:a="http://schemas.openxmlformats.org/drawingml/2006/main">
            <a:off x="9563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sld>
</file>

<file path=ppt/slides/slide2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2C61340-79FE-45FD-B19A-83604940FAE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CF7A21-4FC0-4E3E-B27B-B4C8F6DA8E9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4732EF-1BEA-42F9-A924-204EA8605B4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
            <a:extLst xmlns:a="http://schemas.openxmlformats.org/drawingml/2006/main">
              <a:ext uri="{FF2B5EF4-FFF2-40B4-BE49-F238E27FC236}">
                <a16:creationId xmlns:a16="http://schemas.microsoft.com/office/drawing/2014/main" id="{6B40F93D-3068-4179-A372-4DAACC8DFB3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
            <a:extLst xmlns:a="http://schemas.openxmlformats.org/drawingml/2006/main">
              <a:ext uri="{FF2B5EF4-FFF2-40B4-BE49-F238E27FC236}">
                <a16:creationId xmlns:a16="http://schemas.microsoft.com/office/drawing/2014/main" id="{57BD2814-F813-44F5-8196-C4ABE5854CB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
            <a:extLst xmlns:a="http://schemas.openxmlformats.org/drawingml/2006/main">
              <a:ext uri="{FF2B5EF4-FFF2-40B4-BE49-F238E27FC236}">
                <a16:creationId xmlns:a16="http://schemas.microsoft.com/office/drawing/2014/main" id="{ED033687-8E2B-45C7-9C2B-2C9417C5248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BFC3B0-6C98-44E8-AF08-355EB6CF411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f3c5b0cabde4412"/>
              </a:rPr>
              <a:t>Repo reference</a:t>
            </a:r>
            <a:r>
              <a:rPr sz="825">
                <a:solidFill>
                  <a:srgbClr val="666762"/>
                </a:solidFill>
              </a:rPr>
              <a:t>  ·  </a:t>
            </a:r>
            <a:r>
              <a:rPr sz="825" u="sng">
                <a:solidFill>
                  <a:srgbClr val="666762"/>
                </a:solidFill>
                <a:hlinkClick xmlns:r="http://schemas.openxmlformats.org/officeDocument/2006/relationships" r:id="R7557731dbf7946a6"/>
              </a:rPr>
              <a:t>Official docs</a:t>
            </a:r>
          </a:p>
        </p:txBody>
      </p:sp>
      <p:sp>
        <p:nvSpPr>
          <p:cNvPr id="8" name="">
            <a:extLst xmlns:a="http://schemas.openxmlformats.org/drawingml/2006/main">
              <a:ext uri="{FF2B5EF4-FFF2-40B4-BE49-F238E27FC236}">
                <a16:creationId xmlns:a16="http://schemas.microsoft.com/office/drawing/2014/main" id="{EB9A0148-2898-4EF9-8E14-4A284666945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
            <a:extLst xmlns:a="http://schemas.openxmlformats.org/drawingml/2006/main">
              <a:ext uri="{FF2B5EF4-FFF2-40B4-BE49-F238E27FC236}">
                <a16:creationId xmlns:a16="http://schemas.microsoft.com/office/drawing/2014/main" id="{5025D071-8923-4708-BC51-3D8BAC07DDB6}"/>
              </a:ext>
            </a:extLst>
          </p:cNvPr>
          <p:cNvSpPr>
            <a:spLocks xmlns:a="http://schemas.openxmlformats.org/drawingml/2006/main" noGrp="1"/>
          </p:cNvSpPr>
          <p:nvPr/>
        </p:nvSpPr>
        <p:spPr>
          <a:xfrm xmlns:a="http://schemas.openxmlformats.org/drawingml/2006/main">
            <a:off x="6858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A4FF6AE3-9DC6-418A-BC95-5EBABBF8A7A6}"/>
              </a:ext>
            </a:extLst>
          </p:cNvPr>
          <p:cNvSpPr>
            <a:spLocks xmlns:a="http://schemas.openxmlformats.org/drawingml/2006/main" noGrp="1"/>
          </p:cNvSpPr>
          <p:nvPr/>
        </p:nvSpPr>
        <p:spPr>
          <a:xfrm xmlns:a="http://schemas.openxmlformats.org/drawingml/2006/main">
            <a:off x="8572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
            <a:extLst xmlns:a="http://schemas.openxmlformats.org/drawingml/2006/main">
              <a:ext uri="{FF2B5EF4-FFF2-40B4-BE49-F238E27FC236}">
                <a16:creationId xmlns:a16="http://schemas.microsoft.com/office/drawing/2014/main" id="{947141A3-584F-4322-A9B4-34B0DB5DF791}"/>
              </a:ext>
            </a:extLst>
          </p:cNvPr>
          <p:cNvSpPr>
            <a:spLocks xmlns:a="http://schemas.openxmlformats.org/drawingml/2006/main" noGrp="1"/>
          </p:cNvSpPr>
          <p:nvPr/>
        </p:nvSpPr>
        <p:spPr>
          <a:xfrm xmlns:a="http://schemas.openxmlformats.org/drawingml/2006/main">
            <a:off x="15430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
            <a:extLst xmlns:a="http://schemas.openxmlformats.org/drawingml/2006/main">
              <a:ext uri="{FF2B5EF4-FFF2-40B4-BE49-F238E27FC236}">
                <a16:creationId xmlns:a16="http://schemas.microsoft.com/office/drawing/2014/main" id="{4E7B8621-7C20-4F43-A51B-DAE20A215955}"/>
              </a:ext>
            </a:extLst>
          </p:cNvPr>
          <p:cNvSpPr>
            <a:spLocks xmlns:a="http://schemas.openxmlformats.org/drawingml/2006/main" noGrp="1"/>
          </p:cNvSpPr>
          <p:nvPr/>
        </p:nvSpPr>
        <p:spPr>
          <a:xfrm xmlns:a="http://schemas.openxmlformats.org/drawingml/2006/main">
            <a:off x="8572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1EBF61-A6E6-434B-A746-04A1031E6D58}"/>
              </a:ext>
            </a:extLst>
          </p:cNvPr>
          <p:cNvSpPr>
            <a:spLocks xmlns:a="http://schemas.openxmlformats.org/drawingml/2006/main" noGrp="1"/>
          </p:cNvSpPr>
          <p:nvPr/>
        </p:nvSpPr>
        <p:spPr>
          <a:xfrm xmlns:a="http://schemas.openxmlformats.org/drawingml/2006/main">
            <a:off x="8572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
            <a:extLst xmlns:a="http://schemas.openxmlformats.org/drawingml/2006/main">
              <a:ext uri="{FF2B5EF4-FFF2-40B4-BE49-F238E27FC236}">
                <a16:creationId xmlns:a16="http://schemas.microsoft.com/office/drawing/2014/main" id="{E5FE5E68-1318-4164-B1C9-C3A78D4F1CD4}"/>
              </a:ext>
            </a:extLst>
          </p:cNvPr>
          <p:cNvSpPr>
            <a:spLocks xmlns:a="http://schemas.openxmlformats.org/drawingml/2006/main" noGrp="1"/>
          </p:cNvSpPr>
          <p:nvPr/>
        </p:nvSpPr>
        <p:spPr>
          <a:xfrm xmlns:a="http://schemas.openxmlformats.org/drawingml/2006/main">
            <a:off x="428625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EE3DEAC8-E32A-47B6-AB63-C3DBE0B3EC2C}"/>
              </a:ext>
            </a:extLst>
          </p:cNvPr>
          <p:cNvSpPr>
            <a:spLocks xmlns:a="http://schemas.openxmlformats.org/drawingml/2006/main" noGrp="1"/>
          </p:cNvSpPr>
          <p:nvPr/>
        </p:nvSpPr>
        <p:spPr>
          <a:xfrm xmlns:a="http://schemas.openxmlformats.org/drawingml/2006/main">
            <a:off x="445770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
            <a:extLst xmlns:a="http://schemas.openxmlformats.org/drawingml/2006/main">
              <a:ext uri="{FF2B5EF4-FFF2-40B4-BE49-F238E27FC236}">
                <a16:creationId xmlns:a16="http://schemas.microsoft.com/office/drawing/2014/main" id="{64FAA592-A6F8-4310-9D8A-CE8FAB94CE83}"/>
              </a:ext>
            </a:extLst>
          </p:cNvPr>
          <p:cNvSpPr>
            <a:spLocks xmlns:a="http://schemas.openxmlformats.org/drawingml/2006/main" noGrp="1"/>
          </p:cNvSpPr>
          <p:nvPr/>
        </p:nvSpPr>
        <p:spPr>
          <a:xfrm xmlns:a="http://schemas.openxmlformats.org/drawingml/2006/main">
            <a:off x="514350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Security traceability</a:t>
            </a:r>
          </a:p>
        </p:txBody>
      </p:sp>
      <p:sp>
        <p:nvSpPr>
          <p:cNvPr id="17" name="">
            <a:extLst xmlns:a="http://schemas.openxmlformats.org/drawingml/2006/main">
              <a:ext uri="{FF2B5EF4-FFF2-40B4-BE49-F238E27FC236}">
                <a16:creationId xmlns:a16="http://schemas.microsoft.com/office/drawing/2014/main" id="{7DCE1003-2B87-4E8C-9C65-4291C7402229}"/>
              </a:ext>
            </a:extLst>
          </p:cNvPr>
          <p:cNvSpPr>
            <a:spLocks xmlns:a="http://schemas.openxmlformats.org/drawingml/2006/main" noGrp="1"/>
          </p:cNvSpPr>
          <p:nvPr/>
        </p:nvSpPr>
        <p:spPr>
          <a:xfrm xmlns:a="http://schemas.openxmlformats.org/drawingml/2006/main">
            <a:off x="445770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270062-FE82-4B71-B0AA-3939A109BF21}"/>
              </a:ext>
            </a:extLst>
          </p:cNvPr>
          <p:cNvSpPr>
            <a:spLocks xmlns:a="http://schemas.openxmlformats.org/drawingml/2006/main" noGrp="1"/>
          </p:cNvSpPr>
          <p:nvPr/>
        </p:nvSpPr>
        <p:spPr>
          <a:xfrm xmlns:a="http://schemas.openxmlformats.org/drawingml/2006/main">
            <a:off x="445770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
            <a:extLst xmlns:a="http://schemas.openxmlformats.org/drawingml/2006/main">
              <a:ext uri="{FF2B5EF4-FFF2-40B4-BE49-F238E27FC236}">
                <a16:creationId xmlns:a16="http://schemas.microsoft.com/office/drawing/2014/main" id="{9DE6ACFC-4858-485A-AEB1-F50D4FB3E65D}"/>
              </a:ext>
            </a:extLst>
          </p:cNvPr>
          <p:cNvSpPr>
            <a:spLocks xmlns:a="http://schemas.openxmlformats.org/drawingml/2006/main" noGrp="1"/>
          </p:cNvSpPr>
          <p:nvPr/>
        </p:nvSpPr>
        <p:spPr>
          <a:xfrm xmlns:a="http://schemas.openxmlformats.org/drawingml/2006/main">
            <a:off x="78867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EAFB0A55-E6DB-4283-9CE5-99B22618A502}"/>
              </a:ext>
            </a:extLst>
          </p:cNvPr>
          <p:cNvSpPr>
            <a:spLocks xmlns:a="http://schemas.openxmlformats.org/drawingml/2006/main" noGrp="1"/>
          </p:cNvSpPr>
          <p:nvPr/>
        </p:nvSpPr>
        <p:spPr>
          <a:xfrm xmlns:a="http://schemas.openxmlformats.org/drawingml/2006/main">
            <a:off x="80581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
            <a:extLst xmlns:a="http://schemas.openxmlformats.org/drawingml/2006/main">
              <a:ext uri="{FF2B5EF4-FFF2-40B4-BE49-F238E27FC236}">
                <a16:creationId xmlns:a16="http://schemas.microsoft.com/office/drawing/2014/main" id="{45E9702C-B167-4D1E-9D66-68F7100EFCD6}"/>
              </a:ext>
            </a:extLst>
          </p:cNvPr>
          <p:cNvSpPr>
            <a:spLocks xmlns:a="http://schemas.openxmlformats.org/drawingml/2006/main" noGrp="1"/>
          </p:cNvSpPr>
          <p:nvPr/>
        </p:nvSpPr>
        <p:spPr>
          <a:xfrm xmlns:a="http://schemas.openxmlformats.org/drawingml/2006/main">
            <a:off x="87439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
            <a:extLst xmlns:a="http://schemas.openxmlformats.org/drawingml/2006/main">
              <a:ext uri="{FF2B5EF4-FFF2-40B4-BE49-F238E27FC236}">
                <a16:creationId xmlns:a16="http://schemas.microsoft.com/office/drawing/2014/main" id="{205D9071-4008-487D-BF2B-C8B4F50247C6}"/>
              </a:ext>
            </a:extLst>
          </p:cNvPr>
          <p:cNvSpPr>
            <a:spLocks xmlns:a="http://schemas.openxmlformats.org/drawingml/2006/main" noGrp="1"/>
          </p:cNvSpPr>
          <p:nvPr/>
        </p:nvSpPr>
        <p:spPr>
          <a:xfrm xmlns:a="http://schemas.openxmlformats.org/drawingml/2006/main">
            <a:off x="80581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373DAA9-69FF-4931-8E8C-C4D9B38D21DA}"/>
              </a:ext>
            </a:extLst>
          </p:cNvPr>
          <p:cNvSpPr>
            <a:spLocks xmlns:a="http://schemas.openxmlformats.org/drawingml/2006/main" noGrp="1"/>
          </p:cNvSpPr>
          <p:nvPr/>
        </p:nvSpPr>
        <p:spPr>
          <a:xfrm xmlns:a="http://schemas.openxmlformats.org/drawingml/2006/main">
            <a:off x="80581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
            <a:extLst xmlns:a="http://schemas.openxmlformats.org/drawingml/2006/main">
              <a:ext uri="{FF2B5EF4-FFF2-40B4-BE49-F238E27FC236}">
                <a16:creationId xmlns:a16="http://schemas.microsoft.com/office/drawing/2014/main" id="{EC300D96-EE21-48CB-A10D-8C5D032AAF03}"/>
              </a:ext>
            </a:extLst>
          </p:cNvPr>
          <p:cNvSpPr>
            <a:spLocks xmlns:a="http://schemas.openxmlformats.org/drawingml/2006/main" noGrp="1"/>
          </p:cNvSpPr>
          <p:nvPr/>
        </p:nvSpPr>
        <p:spPr>
          <a:xfrm xmlns:a="http://schemas.openxmlformats.org/drawingml/2006/main">
            <a:off x="6858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8D4EB731-045D-4FB5-A3DE-F75F7664B608}"/>
              </a:ext>
            </a:extLst>
          </p:cNvPr>
          <p:cNvSpPr>
            <a:spLocks xmlns:a="http://schemas.openxmlformats.org/drawingml/2006/main" noGrp="1"/>
          </p:cNvSpPr>
          <p:nvPr/>
        </p:nvSpPr>
        <p:spPr>
          <a:xfrm xmlns:a="http://schemas.openxmlformats.org/drawingml/2006/main">
            <a:off x="8572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
            <a:extLst xmlns:a="http://schemas.openxmlformats.org/drawingml/2006/main">
              <a:ext uri="{FF2B5EF4-FFF2-40B4-BE49-F238E27FC236}">
                <a16:creationId xmlns:a16="http://schemas.microsoft.com/office/drawing/2014/main" id="{C8123BD4-8377-4259-8155-F3CF0237EA07}"/>
              </a:ext>
            </a:extLst>
          </p:cNvPr>
          <p:cNvSpPr>
            <a:spLocks xmlns:a="http://schemas.openxmlformats.org/drawingml/2006/main" noGrp="1"/>
          </p:cNvSpPr>
          <p:nvPr/>
        </p:nvSpPr>
        <p:spPr>
          <a:xfrm xmlns:a="http://schemas.openxmlformats.org/drawingml/2006/main">
            <a:off x="15430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
            <a:extLst xmlns:a="http://schemas.openxmlformats.org/drawingml/2006/main">
              <a:ext uri="{FF2B5EF4-FFF2-40B4-BE49-F238E27FC236}">
                <a16:creationId xmlns:a16="http://schemas.microsoft.com/office/drawing/2014/main" id="{60796DAA-7EE3-408B-AC6C-D349AA327E2D}"/>
              </a:ext>
            </a:extLst>
          </p:cNvPr>
          <p:cNvSpPr>
            <a:spLocks xmlns:a="http://schemas.openxmlformats.org/drawingml/2006/main" noGrp="1"/>
          </p:cNvSpPr>
          <p:nvPr/>
        </p:nvSpPr>
        <p:spPr>
          <a:xfrm xmlns:a="http://schemas.openxmlformats.org/drawingml/2006/main">
            <a:off x="8572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F280FA-58A6-42AC-BCC8-998874B12B72}"/>
              </a:ext>
            </a:extLst>
          </p:cNvPr>
          <p:cNvSpPr>
            <a:spLocks xmlns:a="http://schemas.openxmlformats.org/drawingml/2006/main" noGrp="1"/>
          </p:cNvSpPr>
          <p:nvPr/>
        </p:nvSpPr>
        <p:spPr>
          <a:xfrm xmlns:a="http://schemas.openxmlformats.org/drawingml/2006/main">
            <a:off x="8572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
            <a:extLst xmlns:a="http://schemas.openxmlformats.org/drawingml/2006/main">
              <a:ext uri="{FF2B5EF4-FFF2-40B4-BE49-F238E27FC236}">
                <a16:creationId xmlns:a16="http://schemas.microsoft.com/office/drawing/2014/main" id="{238810B5-E807-43D1-B1BD-E9E6EF48A5D7}"/>
              </a:ext>
            </a:extLst>
          </p:cNvPr>
          <p:cNvSpPr>
            <a:spLocks xmlns:a="http://schemas.openxmlformats.org/drawingml/2006/main" noGrp="1"/>
          </p:cNvSpPr>
          <p:nvPr/>
        </p:nvSpPr>
        <p:spPr>
          <a:xfrm xmlns:a="http://schemas.openxmlformats.org/drawingml/2006/main">
            <a:off x="428625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B5C1431E-487F-4C41-8843-BFA361F8298F}"/>
              </a:ext>
            </a:extLst>
          </p:cNvPr>
          <p:cNvSpPr>
            <a:spLocks xmlns:a="http://schemas.openxmlformats.org/drawingml/2006/main" noGrp="1"/>
          </p:cNvSpPr>
          <p:nvPr/>
        </p:nvSpPr>
        <p:spPr>
          <a:xfrm xmlns:a="http://schemas.openxmlformats.org/drawingml/2006/main">
            <a:off x="445770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
            <a:extLst xmlns:a="http://schemas.openxmlformats.org/drawingml/2006/main">
              <a:ext uri="{FF2B5EF4-FFF2-40B4-BE49-F238E27FC236}">
                <a16:creationId xmlns:a16="http://schemas.microsoft.com/office/drawing/2014/main" id="{007811DD-9D7A-4F54-BA68-23A61AEDD360}"/>
              </a:ext>
            </a:extLst>
          </p:cNvPr>
          <p:cNvSpPr>
            <a:spLocks xmlns:a="http://schemas.openxmlformats.org/drawingml/2006/main" noGrp="1"/>
          </p:cNvSpPr>
          <p:nvPr/>
        </p:nvSpPr>
        <p:spPr>
          <a:xfrm xmlns:a="http://schemas.openxmlformats.org/drawingml/2006/main">
            <a:off x="514350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
            <a:extLst xmlns:a="http://schemas.openxmlformats.org/drawingml/2006/main">
              <a:ext uri="{FF2B5EF4-FFF2-40B4-BE49-F238E27FC236}">
                <a16:creationId xmlns:a16="http://schemas.microsoft.com/office/drawing/2014/main" id="{AB6DD9E8-1431-4521-B483-D85B3CD4F937}"/>
              </a:ext>
            </a:extLst>
          </p:cNvPr>
          <p:cNvSpPr>
            <a:spLocks xmlns:a="http://schemas.openxmlformats.org/drawingml/2006/main" noGrp="1"/>
          </p:cNvSpPr>
          <p:nvPr/>
        </p:nvSpPr>
        <p:spPr>
          <a:xfrm xmlns:a="http://schemas.openxmlformats.org/drawingml/2006/main">
            <a:off x="445770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5F650-4837-43C8-A9E9-C08D57EC943B}"/>
              </a:ext>
            </a:extLst>
          </p:cNvPr>
          <p:cNvSpPr>
            <a:spLocks xmlns:a="http://schemas.openxmlformats.org/drawingml/2006/main" noGrp="1"/>
          </p:cNvSpPr>
          <p:nvPr/>
        </p:nvSpPr>
        <p:spPr>
          <a:xfrm xmlns:a="http://schemas.openxmlformats.org/drawingml/2006/main">
            <a:off x="445770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
            <a:extLst xmlns:a="http://schemas.openxmlformats.org/drawingml/2006/main">
              <a:ext uri="{FF2B5EF4-FFF2-40B4-BE49-F238E27FC236}">
                <a16:creationId xmlns:a16="http://schemas.microsoft.com/office/drawing/2014/main" id="{1B6C673B-AFA0-449C-9F5C-0367965B2A38}"/>
              </a:ext>
            </a:extLst>
          </p:cNvPr>
          <p:cNvSpPr>
            <a:spLocks xmlns:a="http://schemas.openxmlformats.org/drawingml/2006/main" noGrp="1"/>
          </p:cNvSpPr>
          <p:nvPr/>
        </p:nvSpPr>
        <p:spPr>
          <a:xfrm xmlns:a="http://schemas.openxmlformats.org/drawingml/2006/main">
            <a:off x="78867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5" name="">
            <a:extLst xmlns:a="http://schemas.openxmlformats.org/drawingml/2006/main">
              <a:ext uri="{FF2B5EF4-FFF2-40B4-BE49-F238E27FC236}">
                <a16:creationId xmlns:a16="http://schemas.microsoft.com/office/drawing/2014/main" id="{64F2E9CC-0079-472A-9B6A-421E2FEE740E}"/>
              </a:ext>
            </a:extLst>
          </p:cNvPr>
          <p:cNvSpPr>
            <a:spLocks xmlns:a="http://schemas.openxmlformats.org/drawingml/2006/main" noGrp="1"/>
          </p:cNvSpPr>
          <p:nvPr/>
        </p:nvSpPr>
        <p:spPr>
          <a:xfrm xmlns:a="http://schemas.openxmlformats.org/drawingml/2006/main">
            <a:off x="80581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
            <a:extLst xmlns:a="http://schemas.openxmlformats.org/drawingml/2006/main">
              <a:ext uri="{FF2B5EF4-FFF2-40B4-BE49-F238E27FC236}">
                <a16:creationId xmlns:a16="http://schemas.microsoft.com/office/drawing/2014/main" id="{F184BD7C-6D05-4C56-A9F6-B46422CD478F}"/>
              </a:ext>
            </a:extLst>
          </p:cNvPr>
          <p:cNvSpPr>
            <a:spLocks xmlns:a="http://schemas.openxmlformats.org/drawingml/2006/main" noGrp="1"/>
          </p:cNvSpPr>
          <p:nvPr/>
        </p:nvSpPr>
        <p:spPr>
          <a:xfrm xmlns:a="http://schemas.openxmlformats.org/drawingml/2006/main">
            <a:off x="87439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
            <a:extLst xmlns:a="http://schemas.openxmlformats.org/drawingml/2006/main">
              <a:ext uri="{FF2B5EF4-FFF2-40B4-BE49-F238E27FC236}">
                <a16:creationId xmlns:a16="http://schemas.microsoft.com/office/drawing/2014/main" id="{27C4476E-CF6A-4F48-B502-7CE081A34B76}"/>
              </a:ext>
            </a:extLst>
          </p:cNvPr>
          <p:cNvSpPr>
            <a:spLocks xmlns:a="http://schemas.openxmlformats.org/drawingml/2006/main" noGrp="1"/>
          </p:cNvSpPr>
          <p:nvPr/>
        </p:nvSpPr>
        <p:spPr>
          <a:xfrm xmlns:a="http://schemas.openxmlformats.org/drawingml/2006/main">
            <a:off x="80581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63A4987-25CA-4A72-B7B7-CDB795484B95}"/>
              </a:ext>
            </a:extLst>
          </p:cNvPr>
          <p:cNvSpPr>
            <a:spLocks xmlns:a="http://schemas.openxmlformats.org/drawingml/2006/main" noGrp="1"/>
          </p:cNvSpPr>
          <p:nvPr/>
        </p:nvSpPr>
        <p:spPr>
          <a:xfrm xmlns:a="http://schemas.openxmlformats.org/drawingml/2006/main">
            <a:off x="80581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
            <a:extLst xmlns:a="http://schemas.openxmlformats.org/drawingml/2006/main">
              <a:ext uri="{FF2B5EF4-FFF2-40B4-BE49-F238E27FC236}">
                <a16:creationId xmlns:a16="http://schemas.microsoft.com/office/drawing/2014/main" id="{863E2E71-A98C-478B-931B-D5FC4A5AA0C7}"/>
              </a:ext>
            </a:extLst>
          </p:cNvPr>
          <p:cNvSpPr>
            <a:spLocks xmlns:a="http://schemas.openxmlformats.org/drawingml/2006/main" noGrp="1"/>
          </p:cNvSpPr>
          <p:nvPr/>
        </p:nvSpPr>
        <p:spPr>
          <a:xfrm xmlns:a="http://schemas.openxmlformats.org/drawingml/2006/main">
            <a:off x="1752600" y="5867400"/>
            <a:ext cx="868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sld>
</file>

<file path=ppt/slides/slide2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69CF473-05F9-45A1-B537-73342E4D5AE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1BEF9E-975D-4F1D-8DAC-0ACA3E662BD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06BCBC0-1EF1-4C52-95D6-B3B441D7E03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
            <a:extLst xmlns:a="http://schemas.openxmlformats.org/drawingml/2006/main">
              <a:ext uri="{FF2B5EF4-FFF2-40B4-BE49-F238E27FC236}">
                <a16:creationId xmlns:a16="http://schemas.microsoft.com/office/drawing/2014/main" id="{38C7EEDE-E82D-4114-B0ED-85E82F36906E}"/>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
            <a:extLst xmlns:a="http://schemas.openxmlformats.org/drawingml/2006/main">
              <a:ext uri="{FF2B5EF4-FFF2-40B4-BE49-F238E27FC236}">
                <a16:creationId xmlns:a16="http://schemas.microsoft.com/office/drawing/2014/main" id="{9C4CB54C-CD72-4B11-9174-EC18A9F449F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
            <a:extLst xmlns:a="http://schemas.openxmlformats.org/drawingml/2006/main">
              <a:ext uri="{FF2B5EF4-FFF2-40B4-BE49-F238E27FC236}">
                <a16:creationId xmlns:a16="http://schemas.microsoft.com/office/drawing/2014/main" id="{0CCEB940-C8E5-46CE-9BA5-E3459DE262F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488A61-8365-4828-881D-03E3404090C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ccea5cb38f549fe"/>
              </a:rPr>
              <a:t>Repo reference</a:t>
            </a:r>
            <a:r>
              <a:rPr sz="825">
                <a:solidFill>
                  <a:srgbClr val="666762"/>
                </a:solidFill>
              </a:rPr>
              <a:t>  ·  </a:t>
            </a:r>
            <a:r>
              <a:rPr sz="825" u="sng">
                <a:solidFill>
                  <a:srgbClr val="666762"/>
                </a:solidFill>
                <a:hlinkClick xmlns:r="http://schemas.openxmlformats.org/officeDocument/2006/relationships" r:id="R73e19e9f344f492d"/>
              </a:rPr>
              <a:t>Official docs</a:t>
            </a:r>
          </a:p>
        </p:txBody>
      </p:sp>
      <p:sp>
        <p:nvSpPr>
          <p:cNvPr id="8" name="">
            <a:extLst xmlns:a="http://schemas.openxmlformats.org/drawingml/2006/main">
              <a:ext uri="{FF2B5EF4-FFF2-40B4-BE49-F238E27FC236}">
                <a16:creationId xmlns:a16="http://schemas.microsoft.com/office/drawing/2014/main" id="{A4CDD183-F4ED-48F0-88FA-1396A7B7146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
            <a:extLst xmlns:a="http://schemas.openxmlformats.org/drawingml/2006/main">
              <a:ext uri="{FF2B5EF4-FFF2-40B4-BE49-F238E27FC236}">
                <a16:creationId xmlns:a16="http://schemas.microsoft.com/office/drawing/2014/main" id="{2A55BEE9-4983-43DD-AA3F-3EAAF69C4A89}"/>
              </a:ext>
            </a:extLst>
          </p:cNvPr>
          <p:cNvSpPr>
            <a:spLocks xmlns:a="http://schemas.openxmlformats.org/drawingml/2006/main" noGrp="1"/>
          </p:cNvSpPr>
          <p:nvPr/>
        </p:nvSpPr>
        <p:spPr>
          <a:xfrm xmlns:a="http://schemas.openxmlformats.org/drawingml/2006/main">
            <a:off x="4667250" y="2552700"/>
            <a:ext cx="2857500" cy="1123950"/>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629D45FF-4D63-4792-900A-4314B30128B4}"/>
              </a:ext>
            </a:extLst>
          </p:cNvPr>
          <p:cNvSpPr>
            <a:spLocks xmlns:a="http://schemas.openxmlformats.org/drawingml/2006/main" noGrp="1"/>
          </p:cNvSpPr>
          <p:nvPr/>
        </p:nvSpPr>
        <p:spPr>
          <a:xfrm xmlns:a="http://schemas.openxmlformats.org/drawingml/2006/main">
            <a:off x="4819650" y="26860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
            <a:extLst xmlns:a="http://schemas.openxmlformats.org/drawingml/2006/main">
              <a:ext uri="{FF2B5EF4-FFF2-40B4-BE49-F238E27FC236}">
                <a16:creationId xmlns:a16="http://schemas.microsoft.com/office/drawing/2014/main" id="{F22BAF74-7FC6-4E61-A457-D08E267EFBFB}"/>
              </a:ext>
            </a:extLst>
          </p:cNvPr>
          <p:cNvSpPr>
            <a:spLocks xmlns:a="http://schemas.openxmlformats.org/drawingml/2006/main" noGrp="1"/>
          </p:cNvSpPr>
          <p:nvPr/>
        </p:nvSpPr>
        <p:spPr>
          <a:xfrm xmlns:a="http://schemas.openxmlformats.org/drawingml/2006/main">
            <a:off x="4800600" y="3086100"/>
            <a:ext cx="2590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
            <a:extLst xmlns:a="http://schemas.openxmlformats.org/drawingml/2006/main">
              <a:ext uri="{FF2B5EF4-FFF2-40B4-BE49-F238E27FC236}">
                <a16:creationId xmlns:a16="http://schemas.microsoft.com/office/drawing/2014/main" id="{105507B5-2F8F-4425-924E-7107B8383C81}"/>
              </a:ext>
            </a:extLst>
          </p:cNvPr>
          <p:cNvSpPr>
            <a:spLocks xmlns:a="http://schemas.openxmlformats.org/drawingml/2006/main" noGrp="1"/>
          </p:cNvSpPr>
          <p:nvPr/>
        </p:nvSpPr>
        <p:spPr>
          <a:xfrm xmlns:a="http://schemas.openxmlformats.org/drawingml/2006/main">
            <a:off x="7620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97457"/>
            </a:solidFill>
            <a:prstDash val="solid"/>
          </a:ln>
        </p:spPr>
      </p:sp>
      <p:sp>
        <p:nvSpPr>
          <p:cNvPr id="13" name="">
            <a:extLst xmlns:a="http://schemas.openxmlformats.org/drawingml/2006/main">
              <a:ext uri="{FF2B5EF4-FFF2-40B4-BE49-F238E27FC236}">
                <a16:creationId xmlns:a16="http://schemas.microsoft.com/office/drawing/2014/main" id="{03BE2511-C362-4AF9-AC76-EDB39F4E503A}"/>
              </a:ext>
            </a:extLst>
          </p:cNvPr>
          <p:cNvSpPr>
            <a:spLocks xmlns:a="http://schemas.openxmlformats.org/drawingml/2006/main" noGrp="1"/>
          </p:cNvSpPr>
          <p:nvPr/>
        </p:nvSpPr>
        <p:spPr>
          <a:xfrm xmlns:a="http://schemas.openxmlformats.org/drawingml/2006/main">
            <a:off x="9144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
            <a:extLst xmlns:a="http://schemas.openxmlformats.org/drawingml/2006/main">
              <a:ext uri="{FF2B5EF4-FFF2-40B4-BE49-F238E27FC236}">
                <a16:creationId xmlns:a16="http://schemas.microsoft.com/office/drawing/2014/main" id="{9B689A3A-539A-4521-802A-6E982513220D}"/>
              </a:ext>
            </a:extLst>
          </p:cNvPr>
          <p:cNvSpPr>
            <a:spLocks xmlns:a="http://schemas.openxmlformats.org/drawingml/2006/main" noGrp="1"/>
          </p:cNvSpPr>
          <p:nvPr/>
        </p:nvSpPr>
        <p:spPr>
          <a:xfrm xmlns:a="http://schemas.openxmlformats.org/drawingml/2006/main">
            <a:off x="8953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394" name=""/>
          <p:cNvCxnSpPr>
            <a:stCxn xmlns:a="http://schemas.openxmlformats.org/drawingml/2006/main" id="9" idx="1"/>
            <a:endCxn xmlns:a="http://schemas.openxmlformats.org/drawingml/2006/main" id="12" idx="3"/>
          </p:cNvCxnSpPr>
          <p:nvPr/>
        </p:nvCxnSpPr>
        <p:spPr>
          <a:xfrm xmlns:a="http://schemas.openxmlformats.org/drawingml/2006/main" flipH="1" flipV="1">
            <a:off x="3619500" y="2895600"/>
            <a:ext cx="1047750" cy="219075"/>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13B65A35-3EE8-46AC-8BCC-9B81C1E49C71}"/>
              </a:ext>
            </a:extLst>
          </p:cNvPr>
          <p:cNvSpPr>
            <a:spLocks xmlns:a="http://schemas.openxmlformats.org/drawingml/2006/main" noGrp="1"/>
          </p:cNvSpPr>
          <p:nvPr/>
        </p:nvSpPr>
        <p:spPr>
          <a:xfrm xmlns:a="http://schemas.openxmlformats.org/drawingml/2006/main">
            <a:off x="7620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A96300"/>
            </a:solidFill>
            <a:prstDash val="solid"/>
          </a:ln>
        </p:spPr>
      </p:sp>
      <p:sp>
        <p:nvSpPr>
          <p:cNvPr id="17" name="">
            <a:extLst xmlns:a="http://schemas.openxmlformats.org/drawingml/2006/main">
              <a:ext uri="{FF2B5EF4-FFF2-40B4-BE49-F238E27FC236}">
                <a16:creationId xmlns:a16="http://schemas.microsoft.com/office/drawing/2014/main" id="{227459FE-5B4B-462D-9202-C984C16470C5}"/>
              </a:ext>
            </a:extLst>
          </p:cNvPr>
          <p:cNvSpPr>
            <a:spLocks xmlns:a="http://schemas.openxmlformats.org/drawingml/2006/main" noGrp="1"/>
          </p:cNvSpPr>
          <p:nvPr/>
        </p:nvSpPr>
        <p:spPr>
          <a:xfrm xmlns:a="http://schemas.openxmlformats.org/drawingml/2006/main">
            <a:off x="9144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
            <a:extLst xmlns:a="http://schemas.openxmlformats.org/drawingml/2006/main">
              <a:ext uri="{FF2B5EF4-FFF2-40B4-BE49-F238E27FC236}">
                <a16:creationId xmlns:a16="http://schemas.microsoft.com/office/drawing/2014/main" id="{22C79D52-6589-4576-90C4-D12C02DBD20A}"/>
              </a:ext>
            </a:extLst>
          </p:cNvPr>
          <p:cNvSpPr>
            <a:spLocks xmlns:a="http://schemas.openxmlformats.org/drawingml/2006/main" noGrp="1"/>
          </p:cNvSpPr>
          <p:nvPr/>
        </p:nvSpPr>
        <p:spPr>
          <a:xfrm xmlns:a="http://schemas.openxmlformats.org/drawingml/2006/main">
            <a:off x="8953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398" name=""/>
          <p:cNvCxnSpPr>
            <a:stCxn xmlns:a="http://schemas.openxmlformats.org/drawingml/2006/main" id="9" idx="1"/>
            <a:endCxn xmlns:a="http://schemas.openxmlformats.org/drawingml/2006/main" id="16" idx="3"/>
          </p:cNvCxnSpPr>
          <p:nvPr/>
        </p:nvCxnSpPr>
        <p:spPr>
          <a:xfrm xmlns:a="http://schemas.openxmlformats.org/drawingml/2006/main" flipH="1">
            <a:off x="3619500" y="3114675"/>
            <a:ext cx="1047750" cy="1933575"/>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9DFA1147-B063-405E-A0E9-DB4097F9994A}"/>
              </a:ext>
            </a:extLst>
          </p:cNvPr>
          <p:cNvSpPr>
            <a:spLocks xmlns:a="http://schemas.openxmlformats.org/drawingml/2006/main" noGrp="1"/>
          </p:cNvSpPr>
          <p:nvPr/>
        </p:nvSpPr>
        <p:spPr>
          <a:xfrm xmlns:a="http://schemas.openxmlformats.org/drawingml/2006/main">
            <a:off x="85725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11111"/>
            </a:solidFill>
            <a:prstDash val="solid"/>
          </a:ln>
        </p:spPr>
      </p:sp>
      <p:sp>
        <p:nvSpPr>
          <p:cNvPr id="21" name="">
            <a:extLst xmlns:a="http://schemas.openxmlformats.org/drawingml/2006/main">
              <a:ext uri="{FF2B5EF4-FFF2-40B4-BE49-F238E27FC236}">
                <a16:creationId xmlns:a16="http://schemas.microsoft.com/office/drawing/2014/main" id="{A4164E14-6641-4280-80F5-37E11ED4EB56}"/>
              </a:ext>
            </a:extLst>
          </p:cNvPr>
          <p:cNvSpPr>
            <a:spLocks xmlns:a="http://schemas.openxmlformats.org/drawingml/2006/main" noGrp="1"/>
          </p:cNvSpPr>
          <p:nvPr/>
        </p:nvSpPr>
        <p:spPr>
          <a:xfrm xmlns:a="http://schemas.openxmlformats.org/drawingml/2006/main">
            <a:off x="87249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
            <a:extLst xmlns:a="http://schemas.openxmlformats.org/drawingml/2006/main">
              <a:ext uri="{FF2B5EF4-FFF2-40B4-BE49-F238E27FC236}">
                <a16:creationId xmlns:a16="http://schemas.microsoft.com/office/drawing/2014/main" id="{6C5F379A-5FF5-44AB-AF71-BE5766AF863C}"/>
              </a:ext>
            </a:extLst>
          </p:cNvPr>
          <p:cNvSpPr>
            <a:spLocks xmlns:a="http://schemas.openxmlformats.org/drawingml/2006/main" noGrp="1"/>
          </p:cNvSpPr>
          <p:nvPr/>
        </p:nvSpPr>
        <p:spPr>
          <a:xfrm xmlns:a="http://schemas.openxmlformats.org/drawingml/2006/main">
            <a:off x="87058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402" name=""/>
          <p:cNvCxnSpPr>
            <a:stCxn xmlns:a="http://schemas.openxmlformats.org/drawingml/2006/main" id="9" idx="3"/>
            <a:endCxn xmlns:a="http://schemas.openxmlformats.org/drawingml/2006/main" id="20" idx="1"/>
          </p:cNvCxnSpPr>
          <p:nvPr/>
        </p:nvCxnSpPr>
        <p:spPr>
          <a:xfrm xmlns:a="http://schemas.openxmlformats.org/drawingml/2006/main" flipV="1">
            <a:off x="7524750" y="2895600"/>
            <a:ext cx="1047750" cy="219075"/>
          </a:xfrm>
          <a:prstGeom xmlns:a="http://schemas.openxmlformats.org/drawingml/2006/main" prst="bentConnector3">
            <a:avLst>
              <a:gd name="adj1" fmla="val 50000"/>
            </a:avLst>
          </a:prstGeom>
          <a:ln xmlns:a="http://schemas.openxmlformats.org/drawingml/2006/main" w="19050">
            <a:solidFill>
              <a:srgbClr val="111111"/>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9239FC58-7B34-47CE-AECC-DCEAF05F6FEC}"/>
              </a:ext>
            </a:extLst>
          </p:cNvPr>
          <p:cNvSpPr>
            <a:spLocks xmlns:a="http://schemas.openxmlformats.org/drawingml/2006/main" noGrp="1"/>
          </p:cNvSpPr>
          <p:nvPr/>
        </p:nvSpPr>
        <p:spPr>
          <a:xfrm xmlns:a="http://schemas.openxmlformats.org/drawingml/2006/main">
            <a:off x="85725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FFC72C"/>
            </a:solidFill>
            <a:prstDash val="solid"/>
          </a:ln>
        </p:spPr>
      </p:sp>
      <p:sp>
        <p:nvSpPr>
          <p:cNvPr id="25" name="">
            <a:extLst xmlns:a="http://schemas.openxmlformats.org/drawingml/2006/main">
              <a:ext uri="{FF2B5EF4-FFF2-40B4-BE49-F238E27FC236}">
                <a16:creationId xmlns:a16="http://schemas.microsoft.com/office/drawing/2014/main" id="{B316BD01-CB6D-4005-84F2-DA7CF8067DA2}"/>
              </a:ext>
            </a:extLst>
          </p:cNvPr>
          <p:cNvSpPr>
            <a:spLocks xmlns:a="http://schemas.openxmlformats.org/drawingml/2006/main" noGrp="1"/>
          </p:cNvSpPr>
          <p:nvPr/>
        </p:nvSpPr>
        <p:spPr>
          <a:xfrm xmlns:a="http://schemas.openxmlformats.org/drawingml/2006/main">
            <a:off x="87249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
            <a:extLst xmlns:a="http://schemas.openxmlformats.org/drawingml/2006/main">
              <a:ext uri="{FF2B5EF4-FFF2-40B4-BE49-F238E27FC236}">
                <a16:creationId xmlns:a16="http://schemas.microsoft.com/office/drawing/2014/main" id="{84B9A03D-487F-4956-BC84-06C7C3CB6A9C}"/>
              </a:ext>
            </a:extLst>
          </p:cNvPr>
          <p:cNvSpPr>
            <a:spLocks xmlns:a="http://schemas.openxmlformats.org/drawingml/2006/main" noGrp="1"/>
          </p:cNvSpPr>
          <p:nvPr/>
        </p:nvSpPr>
        <p:spPr>
          <a:xfrm xmlns:a="http://schemas.openxmlformats.org/drawingml/2006/main">
            <a:off x="87058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406" name=""/>
          <p:cNvCxnSpPr>
            <a:stCxn xmlns:a="http://schemas.openxmlformats.org/drawingml/2006/main" id="9" idx="3"/>
            <a:endCxn xmlns:a="http://schemas.openxmlformats.org/drawingml/2006/main" id="24" idx="1"/>
          </p:cNvCxnSpPr>
          <p:nvPr/>
        </p:nvCxnSpPr>
        <p:spPr>
          <a:xfrm xmlns:a="http://schemas.openxmlformats.org/drawingml/2006/main">
            <a:off x="7524750" y="3114675"/>
            <a:ext cx="1047750" cy="1933575"/>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C8B46574-21A8-4842-8982-DC8588C60631}"/>
              </a:ext>
            </a:extLst>
          </p:cNvPr>
          <p:cNvSpPr>
            <a:spLocks xmlns:a="http://schemas.openxmlformats.org/drawingml/2006/main" noGrp="1"/>
          </p:cNvSpPr>
          <p:nvPr/>
        </p:nvSpPr>
        <p:spPr>
          <a:xfrm xmlns:a="http://schemas.openxmlformats.org/drawingml/2006/main">
            <a:off x="2038350" y="5943600"/>
            <a:ext cx="811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93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sld>
</file>

<file path=ppt/slides/slide2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D97F51-AD4E-4A12-AABC-A60FE3D2F74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21F2D9-A100-431C-8143-FA0E630FA74F}"/>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3200EAA-050D-4A70-A989-B7A32197CA0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
            <a:extLst xmlns:a="http://schemas.openxmlformats.org/drawingml/2006/main">
              <a:ext uri="{FF2B5EF4-FFF2-40B4-BE49-F238E27FC236}">
                <a16:creationId xmlns:a16="http://schemas.microsoft.com/office/drawing/2014/main" id="{C19F3FAC-60D7-430A-AF10-674197BAC8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
            <a:extLst xmlns:a="http://schemas.openxmlformats.org/drawingml/2006/main">
              <a:ext uri="{FF2B5EF4-FFF2-40B4-BE49-F238E27FC236}">
                <a16:creationId xmlns:a16="http://schemas.microsoft.com/office/drawing/2014/main" id="{0771C010-B3EF-41F0-85D7-C5F652D0E19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
            <a:extLst xmlns:a="http://schemas.openxmlformats.org/drawingml/2006/main">
              <a:ext uri="{FF2B5EF4-FFF2-40B4-BE49-F238E27FC236}">
                <a16:creationId xmlns:a16="http://schemas.microsoft.com/office/drawing/2014/main" id="{123F730E-9053-4114-8D08-B6E3BA7AC53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D6F5C8-5897-4ADE-88C1-D4DDA58D0EB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e845ab4861c4574"/>
              </a:rPr>
              <a:t>Repo reference</a:t>
            </a:r>
            <a:r>
              <a:rPr sz="825">
                <a:solidFill>
                  <a:srgbClr val="666762"/>
                </a:solidFill>
              </a:rPr>
              <a:t>  ·  </a:t>
            </a:r>
            <a:r>
              <a:rPr sz="825" u="sng">
                <a:solidFill>
                  <a:srgbClr val="666762"/>
                </a:solidFill>
                <a:hlinkClick xmlns:r="http://schemas.openxmlformats.org/officeDocument/2006/relationships" r:id="R4df67573af3c4f6d"/>
              </a:rPr>
              <a:t>Official docs</a:t>
            </a:r>
          </a:p>
        </p:txBody>
      </p:sp>
      <p:sp>
        <p:nvSpPr>
          <p:cNvPr id="8" name="">
            <a:extLst xmlns:a="http://schemas.openxmlformats.org/drawingml/2006/main">
              <a:ext uri="{FF2B5EF4-FFF2-40B4-BE49-F238E27FC236}">
                <a16:creationId xmlns:a16="http://schemas.microsoft.com/office/drawing/2014/main" id="{668BC524-91EE-4C97-9D18-05C4786CD6F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Decision use</a:t>
                      </a:r>
                    </a:p>
                  </a:txBody>
                  <a:tcPr marL="91440" marR="91440" marT="45720" marB="45720"/>
                </a:tc>
              </a:tr>
              <a:tr h="538843">
                <a:tc>
                  <a:txBody>
                    <a:bodyPr/>
                    <a:lstStyle/>
                    <a:p>
                      <a:r>
                        <a:t>Primary focus</a:t>
                      </a:r>
                    </a:p>
                  </a:txBody>
                  <a:tcPr marL="91440" marR="91440" marT="45720" marB="45720"/>
                </a:tc>
                <a:tc>
                  <a:txBody>
                    <a:bodyPr/>
                    <a:lstStyle/>
                    <a:p>
                      <a:r>
                        <a:t>Connectivity platform</a:t>
                      </a:r>
                    </a:p>
                  </a:txBody>
                  <a:tcPr marL="91440" marR="91440" marT="45720" marB="45720"/>
                </a:tc>
                <a:tc>
                  <a:txBody>
                    <a:bodyPr/>
                    <a:lstStyle/>
                    <a:p>
                      <a:r>
                        <a:t>Enterprise API management</a:t>
                      </a:r>
                    </a:p>
                  </a:txBody>
                  <a:tcPr marL="91440" marR="91440" marT="45720" marB="45720"/>
                </a:tc>
                <a:tc>
                  <a:txBody>
                    <a:bodyPr/>
                    <a:lstStyle/>
                    <a:p>
                      <a:r>
                        <a:t>API mgmt in Anypoint</a:t>
                      </a:r>
                    </a:p>
                  </a:txBody>
                  <a:tcPr marL="91440" marR="91440" marT="45720" marB="45720"/>
                </a:tc>
                <a:tc>
                  <a:txBody>
                    <a:bodyPr/>
                    <a:lstStyle/>
                    <a:p>
                      <a:r>
                        <a:t>Operating model</a:t>
                      </a:r>
                    </a:p>
                  </a:txBody>
                  <a:tcPr marL="91440" marR="91440" marT="45720" marB="45720"/>
                </a:tc>
              </a:tr>
              <a:tr h="538843">
                <a:tc>
                  <a:txBody>
                    <a:bodyPr/>
                    <a:lstStyle/>
                    <a:p>
                      <a:r>
                        <a:t>Control / runtime</a:t>
                      </a:r>
                    </a:p>
                  </a:txBody>
                  <a:tcPr marL="91440" marR="91440" marT="45720" marB="45720"/>
                </a:tc>
                <a:tc>
                  <a:txBody>
                    <a:bodyPr/>
                    <a:lstStyle/>
                    <a:p>
                      <a:r>
                        <a:t>Hybrid CP / DP</a:t>
                      </a:r>
                    </a:p>
                  </a:txBody>
                  <a:tcPr marL="91440" marR="91440" marT="45720" marB="45720"/>
                </a:tc>
                <a:tc>
                  <a:txBody>
                    <a:bodyPr/>
                    <a:lstStyle/>
                    <a:p>
                      <a:r>
                        <a:t>Google mgmt + K8s runtime</a:t>
                      </a:r>
                    </a:p>
                  </a:txBody>
                  <a:tcPr marL="91440" marR="91440" marT="45720" marB="45720"/>
                </a:tc>
                <a:tc>
                  <a:txBody>
                    <a:bodyPr/>
                    <a:lstStyle/>
                    <a:p>
                      <a:r>
                        <a:t>Managed or self-managed gateway</a:t>
                      </a:r>
                    </a:p>
                  </a:txBody>
                  <a:tcPr marL="91440" marR="91440" marT="45720" marB="45720"/>
                </a:tc>
                <a:tc>
                  <a:txBody>
                    <a:bodyPr/>
                    <a:lstStyle/>
                    <a:p>
                      <a:r>
                        <a:t>Custody + duty</a:t>
                      </a:r>
                    </a:p>
                  </a:txBody>
                  <a:tcPr marL="91440" marR="91440" marT="45720" marB="45720"/>
                </a:tc>
              </a:tr>
              <a:tr h="538843">
                <a:tc>
                  <a:txBody>
                    <a:bodyPr/>
                    <a:lstStyle/>
                    <a:p>
                      <a:r>
                        <a:t>Kubernetes / GitOps</a:t>
                      </a:r>
                    </a:p>
                  </a:txBody>
                  <a:tcPr marL="91440" marR="91440" marT="45720" marB="45720"/>
                </a:tc>
                <a:tc>
                  <a:txBody>
                    <a:bodyPr/>
                    <a:lstStyle/>
                    <a:p>
                      <a:r>
                        <a:t>Supplied: Excellent</a:t>
                      </a:r>
                    </a:p>
                  </a:txBody>
                  <a:tcPr marL="91440" marR="91440" marT="45720" marB="45720"/>
                </a:tc>
                <a:tc>
                  <a:txBody>
                    <a:bodyPr/>
                    <a:lstStyle/>
                    <a:p>
                      <a:r>
                        <a:t>Hybrid runtime / tools</a:t>
                      </a:r>
                    </a:p>
                  </a:txBody>
                  <a:tcPr marL="91440" marR="91440" marT="45720" marB="45720"/>
                </a:tc>
                <a:tc>
                  <a:txBody>
                    <a:bodyPr/>
                    <a:lstStyle/>
                    <a:p>
                      <a:r>
                        <a:t>Supplied: Good / Moderate</a:t>
                      </a:r>
                    </a:p>
                  </a:txBody>
                  <a:tcPr marL="91440" marR="91440" marT="45720" marB="45720"/>
                </a:tc>
                <a:tc>
                  <a:txBody>
                    <a:bodyPr/>
                    <a:lstStyle/>
                    <a:p>
                      <a:r>
                        <a:t>Versioned delivery proof</a:t>
                      </a:r>
                    </a:p>
                  </a:txBody>
                  <a:tcPr marL="91440" marR="91440" marT="45720" marB="45720"/>
                </a:tc>
              </a:tr>
              <a:tr h="538843">
                <a:tc>
                  <a:txBody>
                    <a:bodyPr/>
                    <a:lstStyle/>
                    <a:p>
                      <a:r>
                        <a:t>Observability</a:t>
                      </a:r>
                    </a:p>
                  </a:txBody>
                  <a:tcPr marL="91440" marR="91440" marT="45720" marB="45720"/>
                </a:tc>
                <a:tc>
                  <a:txBody>
                    <a:bodyPr/>
                    <a:lstStyle/>
                    <a:p>
                      <a:r>
                        <a:t>OTel / Prometheus</a:t>
                      </a:r>
                    </a:p>
                  </a:txBody>
                  <a:tcPr marL="91440" marR="91440" marT="45720" marB="45720"/>
                </a:tc>
                <a:tc>
                  <a:txBody>
                    <a:bodyPr/>
                    <a:lstStyle/>
                    <a:p>
                      <a:r>
                        <a:t>Analytics + monitoring</a:t>
                      </a:r>
                    </a:p>
                  </a:txBody>
                  <a:tcPr marL="91440" marR="91440" marT="45720" marB="45720"/>
                </a:tc>
                <a:tc>
                  <a:txBody>
                    <a:bodyPr/>
                    <a:lstStyle/>
                    <a:p>
                      <a:r>
                        <a:t>Anypoint monitoring</a:t>
                      </a:r>
                    </a:p>
                  </a:txBody>
                  <a:tcPr marL="91440" marR="91440" marT="45720" marB="45720"/>
                </a:tc>
                <a:tc>
                  <a:txBody>
                    <a:bodyPr/>
                    <a:lstStyle/>
                    <a:p>
                      <a:r>
                        <a:t>Export + custody test</a:t>
                      </a:r>
                    </a:p>
                  </a:txBody>
                  <a:tcPr marL="91440" marR="91440" marT="45720" marB="45720"/>
                </a:tc>
              </a:tr>
              <a:tr h="538843">
                <a:tc>
                  <a:txBody>
                    <a:bodyPr/>
                    <a:lstStyle/>
                    <a:p>
                      <a:r>
                        <a:t>Multicloud</a:t>
                      </a:r>
                    </a:p>
                  </a:txBody>
                  <a:tcPr marL="91440" marR="91440" marT="45720" marB="45720"/>
                </a:tc>
                <a:tc>
                  <a:txBody>
                    <a:bodyPr/>
                    <a:lstStyle/>
                    <a:p>
                      <a:r>
                        <a:t>Supplied: Excellent</a:t>
                      </a:r>
                    </a:p>
                  </a:txBody>
                  <a:tcPr marL="91440" marR="91440" marT="45720" marB="45720"/>
                </a:tc>
                <a:tc>
                  <a:txBody>
                    <a:bodyPr/>
                    <a:lstStyle/>
                    <a:p>
                      <a:r>
                        <a:t>Hybrid runtime</a:t>
                      </a:r>
                    </a:p>
                  </a:txBody>
                  <a:tcPr marL="91440" marR="91440" marT="45720" marB="45720"/>
                </a:tc>
                <a:tc>
                  <a:txBody>
                    <a:bodyPr/>
                    <a:lstStyle/>
                    <a:p>
                      <a:r>
                        <a:t>Supplied: Good</a:t>
                      </a:r>
                    </a:p>
                  </a:txBody>
                  <a:tcPr marL="91440" marR="91440" marT="45720" marB="45720"/>
                </a:tc>
                <a:tc>
                  <a:txBody>
                    <a:bodyPr/>
                    <a:lstStyle/>
                    <a:p>
                      <a:r>
                        <a:t>Placement + sovereignty</a:t>
                      </a:r>
                    </a:p>
                  </a:txBody>
                  <a:tcPr marL="91440" marR="91440" marT="45720" marB="45720"/>
                </a:tc>
              </a:tr>
              <a:tr h="538843">
                <a:tc>
                  <a:txBody>
                    <a:bodyPr/>
                    <a:lstStyle/>
                    <a:p>
                      <a:r>
                        <a:t>Scalability / robustness</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Load + failure + recovery</a:t>
                      </a:r>
                    </a:p>
                  </a:txBody>
                  <a:tcPr marL="91440" marR="91440" marT="45720" marB="45720"/>
                </a:tc>
              </a:tr>
            </a:tbl>
          </a:graphicData>
        </a:graphic>
      </p:graphicFrame>
    </p:spTree>
    <p:extLst>
      <p:ext uri="{BB962C8B-B14F-4D97-AF65-F5344CB8AC3E}">
        <p14:creationId xmlns:p14="http://schemas.microsoft.com/office/powerpoint/2010/main" val="1207661596"/>
      </p:ext>
    </p:extLst>
  </p:cSld>
</p:sld>
</file>

<file path=ppt/slides/slide2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DB5640-DD75-4E1A-9EF1-E961F02473F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ED668A-9FED-495A-9F4A-699C82936A0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E4BEA66-2546-4FDC-B88E-E39AF2E8B99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
            <a:extLst xmlns:a="http://schemas.openxmlformats.org/drawingml/2006/main">
              <a:ext uri="{FF2B5EF4-FFF2-40B4-BE49-F238E27FC236}">
                <a16:creationId xmlns:a16="http://schemas.microsoft.com/office/drawing/2014/main" id="{B829ED92-DD7D-4471-86ED-F9FB06281F4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
            <a:extLst xmlns:a="http://schemas.openxmlformats.org/drawingml/2006/main">
              <a:ext uri="{FF2B5EF4-FFF2-40B4-BE49-F238E27FC236}">
                <a16:creationId xmlns:a16="http://schemas.microsoft.com/office/drawing/2014/main" id="{D6EB387B-FFF0-4D2D-97A2-9498382110A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
            <a:extLst xmlns:a="http://schemas.openxmlformats.org/drawingml/2006/main">
              <a:ext uri="{FF2B5EF4-FFF2-40B4-BE49-F238E27FC236}">
                <a16:creationId xmlns:a16="http://schemas.microsoft.com/office/drawing/2014/main" id="{0E4D178F-15A3-4510-982D-F44A3686EE8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8C1CF90-644D-4235-9B8B-5EA3A3639309}"/>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dec884f30624955"/>
              </a:rPr>
              <a:t>Repo reference</a:t>
            </a:r>
            <a:r>
              <a:rPr sz="825">
                <a:solidFill>
                  <a:srgbClr val="666762"/>
                </a:solidFill>
              </a:rPr>
              <a:t>  ·  </a:t>
            </a:r>
            <a:r>
              <a:rPr sz="825" u="sng">
                <a:solidFill>
                  <a:srgbClr val="666762"/>
                </a:solidFill>
                <a:hlinkClick xmlns:r="http://schemas.openxmlformats.org/officeDocument/2006/relationships" r:id="R336cdc99b169402b"/>
              </a:rPr>
              <a:t>Official docs</a:t>
            </a:r>
          </a:p>
        </p:txBody>
      </p:sp>
      <p:sp>
        <p:nvSpPr>
          <p:cNvPr id="8" name="">
            <a:extLst xmlns:a="http://schemas.openxmlformats.org/drawingml/2006/main">
              <a:ext uri="{FF2B5EF4-FFF2-40B4-BE49-F238E27FC236}">
                <a16:creationId xmlns:a16="http://schemas.microsoft.com/office/drawing/2014/main" id="{842C8E08-6D8B-4C92-8093-0DAB8FA22C7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Evidence required</a:t>
                      </a:r>
                    </a:p>
                  </a:txBody>
                  <a:tcPr marL="91440" marR="91440" marT="45720" marB="45720"/>
                </a:tc>
              </a:tr>
              <a:tr h="538843">
                <a:tc>
                  <a:txBody>
                    <a:bodyPr/>
                    <a:lstStyle/>
                    <a:p>
                      <a:r>
                        <a:t>Lifecycle / governance</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Required product use cases</a:t>
                      </a:r>
                    </a:p>
                  </a:txBody>
                  <a:tcPr marL="91440" marR="91440" marT="45720" marB="45720"/>
                </a:tc>
              </a:tr>
              <a:tr h="538843">
                <a:tc>
                  <a:txBody>
                    <a:bodyPr/>
                    <a:lstStyle/>
                    <a:p>
                      <a:r>
                        <a:t>Portal / product</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Adjacent tooling map</a:t>
                      </a:r>
                    </a:p>
                  </a:txBody>
                  <a:tcPr marL="91440" marR="91440" marT="45720" marB="45720"/>
                </a:tc>
              </a:tr>
              <a:tr h="538843">
                <a:tc>
                  <a:txBody>
                    <a:bodyPr/>
                    <a:lstStyle/>
                    <a:p>
                      <a:r>
                        <a:t>Developer experience</a:t>
                      </a:r>
                    </a:p>
                  </a:txBody>
                  <a:tcPr marL="91440" marR="91440" marT="45720" marB="45720"/>
                </a:tc>
                <a:tc>
                  <a:txBody>
                    <a:bodyPr/>
                    <a:lstStyle/>
                    <a:p>
                      <a:r>
                        <a:t>Supplied: Good</a:t>
                      </a:r>
                    </a:p>
                  </a:txBody>
                  <a:tcPr marL="91440" marR="91440" marT="45720" marB="45720"/>
                </a:tc>
                <a:tc>
                  <a:txBody>
                    <a:bodyPr/>
                    <a:lstStyle/>
                    <a:p>
                      <a:r>
                        <a:t>Supplied: Very Strong</a:t>
                      </a:r>
                    </a:p>
                  </a:txBody>
                  <a:tcPr marL="91440" marR="91440" marT="45720" marB="45720"/>
                </a:tc>
                <a:tc>
                  <a:txBody>
                    <a:bodyPr/>
                    <a:lstStyle/>
                    <a:p>
                      <a:r>
                        <a:t>Supplied: Very Strong</a:t>
                      </a:r>
                    </a:p>
                  </a:txBody>
                  <a:tcPr marL="91440" marR="91440" marT="45720" marB="45720"/>
                </a:tc>
                <a:tc>
                  <a:txBody>
                    <a:bodyPr/>
                    <a:lstStyle/>
                    <a:p>
                      <a:r>
                        <a:t>Paved-road usability</a:t>
                      </a:r>
                    </a:p>
                  </a:txBody>
                  <a:tcPr marL="91440" marR="91440" marT="45720" marB="45720"/>
                </a:tc>
              </a:tr>
              <a:tr h="538843">
                <a:tc>
                  <a:txBody>
                    <a:bodyPr/>
                    <a:lstStyle/>
                    <a:p>
                      <a:r>
                        <a:t>AI traffic</a:t>
                      </a:r>
                    </a:p>
                  </a:txBody>
                  <a:tcPr marL="91440" marR="91440" marT="45720" marB="45720"/>
                </a:tc>
                <a:tc>
                  <a:txBody>
                    <a:bodyPr/>
                    <a:lstStyle/>
                    <a:p>
                      <a:r>
                        <a:t>AI Gateway incl. MCP/A2A</a:t>
                      </a:r>
                    </a:p>
                  </a:txBody>
                  <a:tcPr marL="91440" marR="91440" marT="45720" marB="45720"/>
                </a:tc>
                <a:tc>
                  <a:txBody>
                    <a:bodyPr/>
                    <a:lstStyle/>
                    <a:p>
                      <a:r>
                        <a:t>AI policy / GenAI features</a:t>
                      </a:r>
                    </a:p>
                  </a:txBody>
                  <a:tcPr marL="91440" marR="91440" marT="45720" marB="45720"/>
                </a:tc>
                <a:tc>
                  <a:txBody>
                    <a:bodyPr/>
                    <a:lstStyle/>
                    <a:p>
                      <a:r>
                        <a:t>MCP/A2A gateway traffic</a:t>
                      </a:r>
                    </a:p>
                  </a:txBody>
                  <a:tcPr marL="91440" marR="91440" marT="45720" marB="45720"/>
                </a:tc>
                <a:tc>
                  <a:txBody>
                    <a:bodyPr/>
                    <a:lstStyle/>
                    <a:p>
                      <a:r>
                        <a:t>Versioned use case</a:t>
                      </a:r>
                    </a:p>
                  </a:txBody>
                  <a:tcPr marL="91440" marR="91440" marT="45720" marB="45720"/>
                </a:tc>
              </a:tr>
              <a:tr h="538843">
                <a:tc>
                  <a:txBody>
                    <a:bodyPr/>
                    <a:lstStyle/>
                    <a:p>
                      <a:r>
                        <a:t>Customization</a:t>
                      </a:r>
                    </a:p>
                  </a:txBody>
                  <a:tcPr marL="91440" marR="91440" marT="45720" marB="45720"/>
                </a:tc>
                <a:tc>
                  <a:txBody>
                    <a:bodyPr/>
                    <a:lstStyle/>
                    <a:p>
                      <a:r>
                        <a:t>Plugin framework</a:t>
                      </a:r>
                    </a:p>
                  </a:txBody>
                  <a:tcPr marL="91440" marR="91440" marT="45720" marB="45720"/>
                </a:tc>
                <a:tc>
                  <a:txBody>
                    <a:bodyPr/>
                    <a:lstStyle/>
                    <a:p>
                      <a:r>
                        <a:t>Policy framework</a:t>
                      </a:r>
                    </a:p>
                  </a:txBody>
                  <a:tcPr marL="91440" marR="91440" marT="45720" marB="45720"/>
                </a:tc>
                <a:tc>
                  <a:txBody>
                    <a:bodyPr/>
                    <a:lstStyle/>
                    <a:p>
                      <a:r>
                        <a:t>Supplied: Moderate</a:t>
                      </a:r>
                    </a:p>
                  </a:txBody>
                  <a:tcPr marL="91440" marR="91440" marT="45720" marB="45720"/>
                </a:tc>
                <a:tc>
                  <a:txBody>
                    <a:bodyPr/>
                    <a:lstStyle/>
                    <a:p>
                      <a:r>
                        <a:t>Support + upgrade path</a:t>
                      </a:r>
                    </a:p>
                  </a:txBody>
                  <a:tcPr marL="91440" marR="91440" marT="45720" marB="45720"/>
                </a:tc>
              </a:tr>
              <a:tr h="538843">
                <a:tc>
                  <a:txBody>
                    <a:bodyPr/>
                    <a:lstStyle/>
                    <a:p>
                      <a:r>
                        <a:t>Traceable adjunct</a:t>
                      </a:r>
                    </a:p>
                  </a:txBody>
                  <a:tcPr marL="91440" marR="91440" marT="45720" marB="45720"/>
                </a:tc>
                <a:tc>
                  <a:txBody>
                    <a:bodyPr/>
                    <a:lstStyle/>
                    <a:p>
                      <a:r>
                        <a:t>Plugin → Platform Agent</a:t>
                      </a:r>
                    </a:p>
                  </a:txBody>
                  <a:tcPr marL="91440" marR="91440" marT="45720" marB="45720"/>
                </a:tc>
                <a:tc>
                  <a:txBody>
                    <a:bodyPr/>
                    <a:lstStyle/>
                    <a:p>
                      <a:r>
                        <a:t>Not assessed</a:t>
                      </a:r>
                    </a:p>
                  </a:txBody>
                  <a:tcPr marL="91440" marR="91440" marT="45720" marB="45720"/>
                </a:tc>
                <a:tc>
                  <a:txBody>
                    <a:bodyPr/>
                    <a:lstStyle/>
                    <a:p>
                      <a:r>
                        <a:t>Custom-policy baseline</a:t>
                      </a:r>
                    </a:p>
                  </a:txBody>
                  <a:tcPr marL="91440" marR="91440" marT="45720" marB="45720"/>
                </a:tc>
                <a:tc>
                  <a:txBody>
                    <a:bodyPr/>
                    <a:lstStyle/>
                    <a:p>
                      <a:r>
                        <a:t>Run GEP-07; do not score</a:t>
                      </a:r>
                    </a:p>
                  </a:txBody>
                  <a:tcPr marL="91440" marR="91440" marT="45720" marB="45720"/>
                </a:tc>
              </a:tr>
            </a:tbl>
          </a:graphicData>
        </a:graphic>
      </p:graphicFrame>
    </p:spTree>
    <p:extLst>
      <p:ext uri="{BB962C8B-B14F-4D97-AF65-F5344CB8AC3E}">
        <p14:creationId xmlns:p14="http://schemas.microsoft.com/office/powerpoint/2010/main" val="610487465"/>
      </p:ext>
    </p:extLst>
  </p:cSld>
</p:sld>
</file>

<file path=ppt/slides/slide2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BB8278-363F-426E-A77F-6CDE3FC7CB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BFE34A-A2A2-4E4B-AA48-329DDEF31E96}"/>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742105-CC8F-412C-BDE6-F6530E4C435D}"/>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
            <a:extLst xmlns:a="http://schemas.openxmlformats.org/drawingml/2006/main">
              <a:ext uri="{FF2B5EF4-FFF2-40B4-BE49-F238E27FC236}">
                <a16:creationId xmlns:a16="http://schemas.microsoft.com/office/drawing/2014/main" id="{DE0D2739-FF2B-4CEF-9CE9-5022F28866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
            <a:extLst xmlns:a="http://schemas.openxmlformats.org/drawingml/2006/main">
              <a:ext uri="{FF2B5EF4-FFF2-40B4-BE49-F238E27FC236}">
                <a16:creationId xmlns:a16="http://schemas.microsoft.com/office/drawing/2014/main" id="{DFA915ED-D129-4625-8989-C59E78590202}"/>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
            <a:extLst xmlns:a="http://schemas.openxmlformats.org/drawingml/2006/main">
              <a:ext uri="{FF2B5EF4-FFF2-40B4-BE49-F238E27FC236}">
                <a16:creationId xmlns:a16="http://schemas.microsoft.com/office/drawing/2014/main" id="{A010B7EB-A56C-4E5B-9B02-92204A288DD5}"/>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E67E3B-0B35-4876-A6EA-1D8102E84BFF}"/>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21ebff295ce7429d"/>
              </a:rPr>
              <a:t>Repo reference</a:t>
            </a:r>
            <a:r>
              <a:rPr sz="825">
                <a:solidFill>
                  <a:srgbClr val="666762"/>
                </a:solidFill>
              </a:rPr>
              <a:t>  ·  </a:t>
            </a:r>
            <a:r>
              <a:rPr sz="825" u="sng">
                <a:solidFill>
                  <a:srgbClr val="666762"/>
                </a:solidFill>
                <a:hlinkClick xmlns:r="http://schemas.openxmlformats.org/officeDocument/2006/relationships" r:id="Reb083c12c36545ec"/>
              </a:rPr>
              <a:t>Official docs</a:t>
            </a:r>
          </a:p>
        </p:txBody>
      </p:sp>
      <p:sp>
        <p:nvSpPr>
          <p:cNvPr id="8" name="">
            <a:extLst xmlns:a="http://schemas.openxmlformats.org/drawingml/2006/main">
              <a:ext uri="{FF2B5EF4-FFF2-40B4-BE49-F238E27FC236}">
                <a16:creationId xmlns:a16="http://schemas.microsoft.com/office/drawing/2014/main" id="{9CCDA7C6-B445-41C7-AB19-5C9C07EB07B9}"/>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
          <p:cNvGraphicFramePr/>
          <p:nvPr/>
        </p:nvGraphicFramePr>
        <p:xfrm>
          <a:off xmlns:a="http://schemas.openxmlformats.org/drawingml/2006/main" x="609600" y="2057400"/>
          <a:ext xmlns:a="http://schemas.openxmlformats.org/drawingml/2006/main" cx="10972800" cy="3333750"/>
        </p:xfrm>
        <a:graphic xmlns:a="http://schemas.openxmlformats.org/drawingml/2006/main">
          <a:graphicData uri="http://schemas.openxmlformats.org/drawingml/2006/table">
            <a:tbl>
              <a:tblPr/>
              <a:tblGrid>
                <a:gridCol w="1714500"/>
                <a:gridCol w="2095500"/>
                <a:gridCol w="2095500"/>
                <a:gridCol w="2095500"/>
                <a:gridCol w="2971800"/>
              </a:tblGrid>
              <a:tr h="833438">
                <a:tc>
                  <a:txBody>
                    <a:bodyPr/>
                    <a:lstStyle/>
                    <a:p>
                      <a:r>
                        <a:rPr>
                          <a:solidFill>
                            <a:srgbClr val="111111"/>
                          </a:solidFill>
                        </a:rPr>
                        <a:t>Dimension</a:t>
                      </a:r>
                    </a:p>
                  </a:txBody>
                  <a:tcPr marL="91440" marR="91440" marT="45720" marB="45720"/>
                </a:tc>
                <a:tc>
                  <a:txBody>
                    <a:bodyPr/>
                    <a:lstStyle/>
                    <a:p>
                      <a:r>
                        <a:rPr>
                          <a:solidFill>
                            <a:srgbClr val="111111"/>
                          </a:solidFill>
                        </a:rPr>
                        <a:t>Kong</a:t>
                      </a:r>
                    </a:p>
                  </a:txBody>
                  <a:tcPr marL="91440" marR="91440" marT="45720" marB="45720"/>
                </a:tc>
                <a:tc>
                  <a:txBody>
                    <a:bodyPr/>
                    <a:lstStyle/>
                    <a:p>
                      <a:r>
                        <a:rPr>
                          <a:solidFill>
                            <a:srgbClr val="111111"/>
                          </a:solidFill>
                        </a:rPr>
                        <a:t>Apigee</a:t>
                      </a:r>
                    </a:p>
                  </a:txBody>
                  <a:tcPr marL="91440" marR="91440" marT="45720" marB="45720"/>
                </a:tc>
                <a:tc>
                  <a:txBody>
                    <a:bodyPr/>
                    <a:lstStyle/>
                    <a:p>
                      <a:r>
                        <a:rPr>
                          <a:solidFill>
                            <a:srgbClr val="111111"/>
                          </a:solidFill>
                        </a:rPr>
                        <a:t>MuleSoft</a:t>
                      </a:r>
                    </a:p>
                  </a:txBody>
                  <a:tcPr marL="91440" marR="91440" marT="45720" marB="45720"/>
                </a:tc>
                <a:tc>
                  <a:txBody>
                    <a:bodyPr/>
                    <a:lstStyle/>
                    <a:p>
                      <a:r>
                        <a:rPr>
                          <a:solidFill>
                            <a:srgbClr val="111111"/>
                          </a:solidFill>
                        </a:rPr>
                        <a:t>Evidence required</a:t>
                      </a:r>
                    </a:p>
                  </a:txBody>
                  <a:tcPr marL="91440" marR="91440" marT="45720" marB="45720"/>
                </a:tc>
              </a:tr>
              <a:tr h="833438">
                <a:tc>
                  <a:txBody>
                    <a:bodyPr/>
                    <a:lstStyle/>
                    <a:p>
                      <a:r>
                        <a:t>Reversibility / lock-in</a:t>
                      </a:r>
                    </a:p>
                  </a:txBody>
                  <a:tcPr marL="91440" marR="91440" marT="45720" marB="45720"/>
                </a:tc>
                <a:tc>
                  <a:txBody>
                    <a:bodyPr/>
                    <a:lstStyle/>
                    <a:p>
                      <a:r>
                        <a:t>Supplied: Low</a:t>
                      </a:r>
                    </a:p>
                  </a:txBody>
                  <a:tcPr marL="91440" marR="91440" marT="45720" marB="45720"/>
                </a:tc>
                <a:tc>
                  <a:txBody>
                    <a:bodyPr/>
                    <a:lstStyle/>
                    <a:p>
                      <a:r>
                        <a:t>Supplied: Medium</a:t>
                      </a:r>
                    </a:p>
                  </a:txBody>
                  <a:tcPr marL="91440" marR="91440" marT="45720" marB="45720"/>
                </a:tc>
                <a:tc>
                  <a:txBody>
                    <a:bodyPr/>
                    <a:lstStyle/>
                    <a:p>
                      <a:r>
                        <a:t>Supplied: High</a:t>
                      </a:r>
                    </a:p>
                  </a:txBody>
                  <a:tcPr marL="91440" marR="91440" marT="45720" marB="45720"/>
                </a:tc>
                <a:tc>
                  <a:txBody>
                    <a:bodyPr/>
                    <a:lstStyle/>
                    <a:p>
                      <a:r>
                        <a:t>Timed rebuild + route-back</a:t>
                      </a:r>
                    </a:p>
                  </a:txBody>
                  <a:tcPr marL="91440" marR="91440" marT="45720" marB="45720"/>
                </a:tc>
              </a:tr>
              <a:tr h="833438">
                <a:tc>
                  <a:txBody>
                    <a:bodyPr/>
                    <a:lstStyle/>
                    <a:p>
                      <a:r>
                        <a:t>Full TCO / pricing</a:t>
                      </a:r>
                    </a:p>
                  </a:txBody>
                  <a:tcPr marL="91440" marR="91440" marT="45720" marB="45720"/>
                </a:tc>
                <a:tc>
                  <a:txBody>
                    <a:bodyPr/>
                    <a:lstStyle/>
                    <a:p>
                      <a:r>
                        <a:t>Custom quote</a:t>
                      </a:r>
                    </a:p>
                  </a:txBody>
                  <a:tcPr marL="91440" marR="91440" marT="45720" marB="45720"/>
                </a:tc>
                <a:tc>
                  <a:txBody>
                    <a:bodyPr/>
                    <a:lstStyle/>
                    <a:p>
                      <a:r>
                        <a:t>Managed PAYG ≠ Hybrid</a:t>
                      </a:r>
                    </a:p>
                  </a:txBody>
                  <a:tcPr marL="91440" marR="91440" marT="45720" marB="45720"/>
                </a:tc>
                <a:tc>
                  <a:txBody>
                    <a:bodyPr/>
                    <a:lstStyle/>
                    <a:p>
                      <a:r>
                        <a:t>Contact sales</a:t>
                      </a:r>
                    </a:p>
                  </a:txBody>
                  <a:tcPr marL="91440" marR="91440" marT="45720" marB="45720"/>
                </a:tc>
                <a:tc>
                  <a:txBody>
                    <a:bodyPr/>
                    <a:lstStyle/>
                    <a:p>
                      <a:r>
                        <a:t>Quote + labor + infra + HA/DR + adjunct + exit</a:t>
                      </a:r>
                    </a:p>
                  </a:txBody>
                  <a:tcPr marL="91440" marR="91440" marT="45720" marB="45720"/>
                </a:tc>
              </a:tr>
              <a:tr h="833438">
                <a:tc>
                  <a:txBody>
                    <a:bodyPr/>
                    <a:lstStyle/>
                    <a:p>
                      <a:r>
                        <a:t>Control-plane duty</a:t>
                      </a:r>
                    </a:p>
                  </a:txBody>
                  <a:tcPr marL="91440" marR="91440" marT="45720" marB="45720"/>
                </a:tc>
                <a:tc>
                  <a:txBody>
                    <a:bodyPr/>
                    <a:lstStyle/>
                    <a:p>
                      <a:r>
                        <a:t>Enterprise CP + Postgres</a:t>
                      </a:r>
                    </a:p>
                  </a:txBody>
                  <a:tcPr marL="91440" marR="91440" marT="45720" marB="45720"/>
                </a:tc>
                <a:tc>
                  <a:txBody>
                    <a:bodyPr/>
                    <a:lstStyle/>
                    <a:p>
                      <a:r>
                        <a:t>Google mgmt + own runtime</a:t>
                      </a:r>
                    </a:p>
                  </a:txBody>
                  <a:tcPr marL="91440" marR="91440" marT="45720" marB="45720"/>
                </a:tc>
                <a:tc>
                  <a:txBody>
                    <a:bodyPr/>
                    <a:lstStyle/>
                    <a:p>
                      <a:r>
                        <a:t>Boundary-dependent</a:t>
                      </a:r>
                    </a:p>
                  </a:txBody>
                  <a:tcPr marL="91440" marR="91440" marT="45720" marB="45720"/>
                </a:tc>
                <a:tc>
                  <a:txBody>
                    <a:bodyPr/>
                    <a:lstStyle/>
                    <a:p>
                      <a:r>
                        <a:t>Funded RACI + support + recovery + on-call</a:t>
                      </a:r>
                    </a:p>
                  </a:txBody>
                  <a:tcPr marL="91440" marR="91440" marT="45720" marB="45720"/>
                </a:tc>
              </a:tr>
            </a:tbl>
          </a:graphicData>
        </a:graphic>
      </p:graphicFrame>
      <p:sp>
        <p:nvSpPr>
          <p:cNvPr id="10" name="">
            <a:extLst xmlns:a="http://schemas.openxmlformats.org/drawingml/2006/main">
              <a:ext uri="{FF2B5EF4-FFF2-40B4-BE49-F238E27FC236}">
                <a16:creationId xmlns:a16="http://schemas.microsoft.com/office/drawing/2014/main" id="{7AEA6238-AA59-4924-B711-5CB8EA6EFC02}"/>
              </a:ext>
            </a:extLst>
          </p:cNvPr>
          <p:cNvSpPr>
            <a:spLocks xmlns:a="http://schemas.openxmlformats.org/drawingml/2006/main" noGrp="1"/>
          </p:cNvSpPr>
          <p:nvPr/>
        </p:nvSpPr>
        <p:spPr>
          <a:xfrm xmlns:a="http://schemas.openxmlformats.org/drawingml/2006/main">
            <a:off x="1524000" y="5895975"/>
            <a:ext cx="91440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C469BF-A811-4422-8C07-2B139118F75D}"/>
              </a:ext>
            </a:extLst>
          </p:cNvPr>
          <p:cNvSpPr>
            <a:spLocks xmlns:a="http://schemas.openxmlformats.org/drawingml/2006/main" noGrp="1"/>
          </p:cNvSpPr>
          <p:nvPr/>
        </p:nvSpPr>
        <p:spPr>
          <a:xfrm xmlns:a="http://schemas.openxmlformats.org/drawingml/2006/main">
            <a:off x="1657350" y="5953125"/>
            <a:ext cx="887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sld>
</file>

<file path=ppt/slides/slide2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3482B3E-C708-4C67-A6C1-0FCDDF84056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B6C093-89B5-4C74-9AC8-5DE5FE71FD7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483005A-BA9C-4F6A-B142-930E9CE19B3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
            <a:extLst xmlns:a="http://schemas.openxmlformats.org/drawingml/2006/main">
              <a:ext uri="{FF2B5EF4-FFF2-40B4-BE49-F238E27FC236}">
                <a16:creationId xmlns:a16="http://schemas.microsoft.com/office/drawing/2014/main" id="{1E752009-6BE1-4D0F-A0C4-8CE4FAC4BEB5}"/>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audit; provisional uncertainty envelope</a:t>
            </a:r>
          </a:p>
        </p:txBody>
      </p:sp>
      <p:sp>
        <p:nvSpPr>
          <p:cNvPr id="5" name="">
            <a:extLst xmlns:a="http://schemas.openxmlformats.org/drawingml/2006/main">
              <a:ext uri="{FF2B5EF4-FFF2-40B4-BE49-F238E27FC236}">
                <a16:creationId xmlns:a16="http://schemas.microsoft.com/office/drawing/2014/main" id="{FC467C8B-6BD0-4EFF-BA32-DD4460F0405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ratings remain E0 input; the added 40% stays Unknown [0,10], so the overlapping ranges force HOLD.</a:t>
            </a:r>
          </a:p>
        </p:txBody>
      </p:sp>
      <p:sp>
        <p:nvSpPr>
          <p:cNvPr id="6" name="">
            <a:extLst xmlns:a="http://schemas.openxmlformats.org/drawingml/2006/main">
              <a:ext uri="{FF2B5EF4-FFF2-40B4-BE49-F238E27FC236}">
                <a16:creationId xmlns:a16="http://schemas.microsoft.com/office/drawing/2014/main" id="{460D1FEE-EC8B-441D-A5EF-0B5BAE3A61A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E7A2196-6277-4529-8051-69984BA32A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b="1">
                <a:solidFill>
                  <a:srgbClr val="666762"/>
                </a:solidFill>
                <a:hlinkClick xmlns:r="http://schemas.openxmlformats.org/officeDocument/2006/relationships" r:id="Rdd27e409df1b4c7d"/>
              </a:rPr>
              <a:t>Repo reference</a:t>
            </a:r>
            <a:r>
              <a:rPr sz="825" b="1">
                <a:solidFill>
                  <a:srgbClr val="666762"/>
                </a:solidFill>
              </a:rPr>
              <a:t>  ·  </a:t>
            </a:r>
            <a:r>
              <a:rPr sz="825" b="1">
                <a:solidFill>
                  <a:srgbClr val="666762"/>
                </a:solidFill>
                <a:hlinkClick xmlns:r="http://schemas.openxmlformats.org/officeDocument/2006/relationships" r:id="R6b76b5d950df4de2"/>
              </a:rPr>
              <a:t>Official docs</a:t>
            </a:r>
          </a:p>
        </p:txBody>
      </p:sp>
      <p:sp>
        <p:nvSpPr>
          <p:cNvPr id="8" name="">
            <a:extLst xmlns:a="http://schemas.openxmlformats.org/drawingml/2006/main">
              <a:ext uri="{FF2B5EF4-FFF2-40B4-BE49-F238E27FC236}">
                <a16:creationId xmlns:a16="http://schemas.microsoft.com/office/drawing/2014/main" id="{4C64BC4D-3899-4EF8-86D8-FA80A3481B9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66" name=""/>
          <p:cNvGraphicFramePr/>
          <p:nvPr/>
        </p:nvGraphicFramePr>
        <p:xfrm>
          <a:off xmlns:a="http://schemas.openxmlformats.org/drawingml/2006/main" x="609600" y="2076450"/>
          <a:ext xmlns:a="http://schemas.openxmlformats.org/drawingml/2006/main" cx="6858000" cy="4095750"/>
        </p:xfrm>
        <a:graphic xmlns:a="http://schemas.openxmlformats.org/drawingml/2006/main">
          <a:graphicData uri="http://schemas.openxmlformats.org/drawingml/2006/table">
            <a:tbl>
              <a:tblPr/>
              <a:tblGrid>
                <a:gridCol w="2762250"/>
                <a:gridCol w="1000125"/>
                <a:gridCol w="952500"/>
                <a:gridCol w="1000125"/>
                <a:gridCol w="1143000"/>
              </a:tblGrid>
              <a:tr h="409575">
                <a:tc>
                  <a:txBody>
                    <a:bodyPr/>
                    <a:lstStyle/>
                    <a:p>
                      <a:r>
                        <a:t>Category</a:t>
                      </a:r>
                    </a:p>
                  </a:txBody>
                  <a:tcPr marL="91440" marR="91440" marT="45720" marB="45720"/>
                </a:tc>
                <a:tc>
                  <a:txBody>
                    <a:bodyPr/>
                    <a:lstStyle/>
                    <a:p>
                      <a:r>
                        <a:t>Weight</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r>
              <a:tr h="409575">
                <a:tc>
                  <a:txBody>
                    <a:bodyPr/>
                    <a:lstStyle/>
                    <a:p>
                      <a:r>
                        <a:t>Kubernetes &amp; cloud native</a:t>
                      </a:r>
                    </a:p>
                  </a:txBody>
                  <a:tcPr marL="91440" marR="91440" marT="45720" marB="45720"/>
                </a:tc>
                <a:tc>
                  <a:txBody>
                    <a:bodyPr/>
                    <a:lstStyle/>
                    <a:p>
                      <a:r>
                        <a:t>20%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GitOps &amp; DevOps</a:t>
                      </a:r>
                    </a:p>
                  </a:txBody>
                  <a:tcPr marL="91440" marR="91440" marT="45720" marB="45720"/>
                </a:tc>
                <a:tc>
                  <a:txBody>
                    <a:bodyPr/>
                    <a:lstStyle/>
                    <a:p>
                      <a:r>
                        <a:t>15%</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6</a:t>
                      </a:r>
                    </a:p>
                  </a:txBody>
                  <a:tcPr marL="91440" marR="91440" marT="45720" marB="45720"/>
                </a:tc>
              </a:tr>
              <a:tr h="409575">
                <a:tc>
                  <a:txBody>
                    <a:bodyPr/>
                    <a:lstStyle/>
                    <a:p>
                      <a:r>
                        <a:t>API management</a:t>
                      </a:r>
                    </a:p>
                  </a:txBody>
                  <a:tcPr marL="91440" marR="91440" marT="45720" marB="45720"/>
                </a:tc>
                <a:tc>
                  <a:txBody>
                    <a:bodyPr/>
                    <a:lstStyle/>
                    <a:p>
                      <a:r>
                        <a:t>15%</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API governance</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Security &amp; compliance</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r>
              <a:tr h="409575">
                <a:tc>
                  <a:txBody>
                    <a:bodyPr/>
                    <a:lstStyle/>
                    <a:p>
                      <a:r>
                        <a:t>Observability</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9</a:t>
                      </a:r>
                    </a:p>
                  </a:txBody>
                  <a:tcPr marL="91440" marR="91440" marT="45720" marB="45720"/>
                </a:tc>
                <a:tc>
                  <a:txBody>
                    <a:bodyPr/>
                    <a:lstStyle/>
                    <a:p>
                      <a:r>
                        <a:t>8</a:t>
                      </a:r>
                    </a:p>
                  </a:txBody>
                  <a:tcPr marL="91440" marR="91440" marT="45720" marB="45720"/>
                </a:tc>
              </a:tr>
              <a:tr h="409575">
                <a:tc>
                  <a:txBody>
                    <a:bodyPr/>
                    <a:lstStyle/>
                    <a:p>
                      <a:r>
                        <a:t>AI gateway readiness</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Cost efficiency</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5</a:t>
                      </a:r>
                    </a:p>
                  </a:txBody>
                  <a:tcPr marL="91440" marR="91440" marT="45720" marB="45720"/>
                </a:tc>
              </a:tr>
              <a:tr h="409575">
                <a:tc>
                  <a:txBody>
                    <a:bodyPr lIns="76200" tIns="76200" rIns="76200" bIns="76200"/>
                    <a:lstStyle/>
                    <a:p>
                      <a:pPr algn="l">
                        <a:buNone/>
                      </a:pPr>
                      <a:r>
                        <a:rPr sz="1200" b="1">
                          <a:solidFill>
                            <a:srgbClr val="FFFFFF"/>
                          </a:solidFill>
                          <a:latin typeface="Arial"/>
                          <a:ea typeface="Arial"/>
                          <a:cs typeface="Arial"/>
                        </a:rPr>
                        <a:t>WEIGHTED TOTAL</a:t>
                      </a:r>
                    </a:p>
                  </a:txBody>
                  <a:tcPr marL="91440" marR="91440" marT="45720" marB="45720" anchor="ctr">
                    <a:solidFill>
                      <a:srgbClr val="111111"/>
                    </a:solidFill>
                  </a:tcPr>
                </a:tc>
                <a:tc>
                  <a:txBody>
                    <a:bodyPr lIns="76200" tIns="76200" rIns="76200" bIns="76200"/>
                    <a:lstStyle/>
                    <a:p>
                      <a:pPr algn="l">
                        <a:buNone/>
                      </a:pPr>
                      <a:r>
                        <a:rPr sz="1200" b="1">
                          <a:solidFill>
                            <a:srgbClr val="FFFFFF"/>
                          </a:solidFill>
                          <a:latin typeface="Arial"/>
                          <a:ea typeface="Arial"/>
                          <a:cs typeface="Arial"/>
                        </a:rPr>
                        <a:t>100%</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93</a:t>
                      </a:r>
                    </a:p>
                  </a:txBody>
                  <a:tcPr marL="91440" marR="91440" marT="45720" marB="45720" anchor="ctr">
                    <a:solidFill>
                      <a:srgbClr val="FFC72C"/>
                    </a:solidFill>
                  </a:tcPr>
                </a:tc>
                <a:tc>
                  <a:txBody>
                    <a:bodyPr lIns="76200" tIns="76200" rIns="76200" bIns="76200"/>
                    <a:lstStyle/>
                    <a:p>
                      <a:pPr algn="ctr">
                        <a:buNone/>
                      </a:pPr>
                      <a:r>
                        <a:rPr sz="1200" b="1">
                          <a:solidFill>
                            <a:srgbClr val="FFFFFF"/>
                          </a:solidFill>
                          <a:latin typeface="Arial"/>
                          <a:ea typeface="Arial"/>
                          <a:cs typeface="Arial"/>
                        </a:rPr>
                        <a:t>85.5</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77</a:t>
                      </a:r>
                    </a:p>
                  </a:txBody>
                  <a:tcPr marL="91440" marR="91440" marT="45720" marB="45720" anchor="ctr">
                    <a:solidFill>
                      <a:srgbClr val="111111"/>
                    </a:solidFill>
                  </a:tcPr>
                </a:tc>
              </a:tr>
            </a:tbl>
          </a:graphicData>
        </a:graphic>
      </p:graphicFrame>
      <p:sp>
        <p:nvSpPr>
          <p:cNvPr id="22" name="scenario-audit-panel">
            <a:extLst xmlns:a="http://schemas.openxmlformats.org/drawingml/2006/main">
              <a:ext uri="{FF2B5EF4-FFF2-40B4-BE49-F238E27FC236}">
                <a16:creationId xmlns:a16="http://schemas.microsoft.com/office/drawing/2014/main" id="{90C9E701-AEB8-4410-AB80-4D09B9755F52}"/>
              </a:ext>
            </a:extLst>
          </p:cNvPr>
          <p:cNvSpPr>
            <a:spLocks xmlns:a="http://schemas.openxmlformats.org/drawingml/2006/main" noGrp="1"/>
          </p:cNvSpPr>
          <p:nvPr/>
        </p:nvSpPr>
        <p:spPr>
          <a:xfrm xmlns:a="http://schemas.openxmlformats.org/drawingml/2006/main">
            <a:off x="7848600" y="2076450"/>
            <a:ext cx="37338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prstDash val="solid"/>
          </a:ln>
        </p:spPr>
      </p:sp>
      <p:sp>
        <p:nvSpPr>
          <p:cNvPr id="23" name="scenario-audit-header">
            <a:extLst xmlns:a="http://schemas.openxmlformats.org/drawingml/2006/main">
              <a:ext uri="{FF2B5EF4-FFF2-40B4-BE49-F238E27FC236}">
                <a16:creationId xmlns:a16="http://schemas.microsoft.com/office/drawing/2014/main" id="{1ECCEB7D-D65E-482A-B92F-CFFC281C73AC}"/>
              </a:ext>
            </a:extLst>
          </p:cNvPr>
          <p:cNvSpPr>
            <a:spLocks xmlns:a="http://schemas.openxmlformats.org/drawingml/2006/main" noGrp="1"/>
          </p:cNvSpPr>
          <p:nvPr/>
        </p:nvSpPr>
        <p:spPr>
          <a:xfrm xmlns:a="http://schemas.openxmlformats.org/drawingml/2006/main">
            <a:off x="7848600" y="2076450"/>
            <a:ext cx="3733800" cy="476250"/>
          </a:xfrm>
          <a:prstGeom xmlns:a="http://schemas.openxmlformats.org/drawingml/2006/main" prst="rect">
            <a:avLst/>
          </a:prstGeom>
          <a:solidFill xmlns:a="http://schemas.openxmlformats.org/drawingml/2006/main">
            <a:srgbClr val="5537D6"/>
          </a:solidFill>
          <a:ln xmlns:a="http://schemas.openxmlformats.org/drawingml/2006/main" w="9525">
            <a:solidFill>
              <a:srgbClr val="5537D6"/>
            </a:solidFill>
            <a:prstDash val="solid"/>
          </a:ln>
        </p:spPr>
      </p:sp>
      <p:sp>
        <p:nvSpPr>
          <p:cNvPr id="24" name="scenario-audit-header-text">
            <a:extLst xmlns:a="http://schemas.openxmlformats.org/drawingml/2006/main">
              <a:ext uri="{FF2B5EF4-FFF2-40B4-BE49-F238E27FC236}">
                <a16:creationId xmlns:a16="http://schemas.microsoft.com/office/drawing/2014/main" id="{1CE06F0C-F2CD-45DD-B0D5-0039DF0C0454}"/>
              </a:ext>
            </a:extLst>
          </p:cNvPr>
          <p:cNvSpPr>
            <a:spLocks xmlns:a="http://schemas.openxmlformats.org/drawingml/2006/main" noGrp="1"/>
          </p:cNvSpPr>
          <p:nvPr/>
        </p:nvSpPr>
        <p:spPr>
          <a:xfrm xmlns:a="http://schemas.openxmlformats.org/drawingml/2006/main">
            <a:off x="7981950" y="2114550"/>
            <a:ext cx="3467100" cy="4000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3137"/>
          </a:bodyPr>
          <a:lstStyle xmlns:a="http://schemas.openxmlformats.org/drawingml/2006/main"/>
          <a:p xmlns:a="http://schemas.openxmlformats.org/drawingml/2006/main">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PROVISIONAL 60/40 SCENARIO</a:t>
            </a:r>
          </a:p>
          <a:p xmlns:a="http://schemas.openxmlformats.org/drawingml/2006/main">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NOT DECISION EVIDENCE</a:t>
            </a:r>
          </a:p>
        </p:txBody>
      </p:sp>
      <p:sp>
        <p:nvSpPr>
          <p:cNvPr id="25" name="scenario-row-code-0">
            <a:extLst xmlns:a="http://schemas.openxmlformats.org/drawingml/2006/main">
              <a:ext uri="{FF2B5EF4-FFF2-40B4-BE49-F238E27FC236}">
                <a16:creationId xmlns:a16="http://schemas.microsoft.com/office/drawing/2014/main" id="{81B31317-B2AB-4FB3-86A2-030F671E990F}"/>
              </a:ext>
            </a:extLst>
          </p:cNvPr>
          <p:cNvSpPr>
            <a:spLocks xmlns:a="http://schemas.openxmlformats.org/drawingml/2006/main" noGrp="1"/>
          </p:cNvSpPr>
          <p:nvPr/>
        </p:nvSpPr>
        <p:spPr>
          <a:xfrm xmlns:a="http://schemas.openxmlformats.org/drawingml/2006/main">
            <a:off x="7962900" y="26098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GRS-01</a:t>
            </a:r>
          </a:p>
        </p:txBody>
      </p:sp>
      <p:sp>
        <p:nvSpPr>
          <p:cNvPr id="26" name="scenario-row-label-0">
            <a:extLst xmlns:a="http://schemas.openxmlformats.org/drawingml/2006/main">
              <a:ext uri="{FF2B5EF4-FFF2-40B4-BE49-F238E27FC236}">
                <a16:creationId xmlns:a16="http://schemas.microsoft.com/office/drawing/2014/main" id="{E8C04EEA-AD8A-42C7-88AD-07521EC593F5}"/>
              </a:ext>
            </a:extLst>
          </p:cNvPr>
          <p:cNvSpPr>
            <a:spLocks xmlns:a="http://schemas.openxmlformats.org/drawingml/2006/main" noGrp="1"/>
          </p:cNvSpPr>
          <p:nvPr/>
        </p:nvSpPr>
        <p:spPr>
          <a:xfrm xmlns:a="http://schemas.openxmlformats.org/drawingml/2006/main">
            <a:off x="8629650" y="26098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Multicloud</a:t>
            </a:r>
          </a:p>
        </p:txBody>
      </p:sp>
      <p:sp>
        <p:nvSpPr>
          <p:cNvPr id="27" name="scenario-row-weight-0">
            <a:extLst xmlns:a="http://schemas.openxmlformats.org/drawingml/2006/main">
              <a:ext uri="{FF2B5EF4-FFF2-40B4-BE49-F238E27FC236}">
                <a16:creationId xmlns:a16="http://schemas.microsoft.com/office/drawing/2014/main" id="{A739B5D5-602B-4E61-9069-163ED998D858}"/>
              </a:ext>
            </a:extLst>
          </p:cNvPr>
          <p:cNvSpPr>
            <a:spLocks xmlns:a="http://schemas.openxmlformats.org/drawingml/2006/main" noGrp="1"/>
          </p:cNvSpPr>
          <p:nvPr/>
        </p:nvSpPr>
        <p:spPr>
          <a:xfrm xmlns:a="http://schemas.openxmlformats.org/drawingml/2006/main">
            <a:off x="10420350" y="26098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28" name="scenario-row-state-0">
            <a:extLst xmlns:a="http://schemas.openxmlformats.org/drawingml/2006/main">
              <a:ext uri="{FF2B5EF4-FFF2-40B4-BE49-F238E27FC236}">
                <a16:creationId xmlns:a16="http://schemas.microsoft.com/office/drawing/2014/main" id="{5125E0F7-3548-4076-A464-F88A45052A09}"/>
              </a:ext>
            </a:extLst>
          </p:cNvPr>
          <p:cNvSpPr>
            <a:spLocks xmlns:a="http://schemas.openxmlformats.org/drawingml/2006/main" noGrp="1"/>
          </p:cNvSpPr>
          <p:nvPr/>
        </p:nvSpPr>
        <p:spPr>
          <a:xfrm xmlns:a="http://schemas.openxmlformats.org/drawingml/2006/main">
            <a:off x="10858500" y="26098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29" name="scenario-row-fill-1">
            <a:extLst xmlns:a="http://schemas.openxmlformats.org/drawingml/2006/main">
              <a:ext uri="{FF2B5EF4-FFF2-40B4-BE49-F238E27FC236}">
                <a16:creationId xmlns:a16="http://schemas.microsoft.com/office/drawing/2014/main" id="{4FB6DAD2-93BC-4E07-8971-9D049A60D1EA}"/>
              </a:ext>
            </a:extLst>
          </p:cNvPr>
          <p:cNvSpPr>
            <a:spLocks xmlns:a="http://schemas.openxmlformats.org/drawingml/2006/main" noGrp="1"/>
          </p:cNvSpPr>
          <p:nvPr/>
        </p:nvSpPr>
        <p:spPr>
          <a:xfrm xmlns:a="http://schemas.openxmlformats.org/drawingml/2006/main">
            <a:off x="7858125" y="2895600"/>
            <a:ext cx="3714750" cy="304800"/>
          </a:xfrm>
          <a:prstGeom xmlns:a="http://schemas.openxmlformats.org/drawingml/2006/main" prst="rect">
            <a:avLst/>
          </a:prstGeom>
          <a:solidFill xmlns:a="http://schemas.openxmlformats.org/drawingml/2006/main">
            <a:srgbClr val="F3F0E8"/>
          </a:solidFill>
          <a:ln xmlns:a="http://schemas.openxmlformats.org/drawingml/2006/main" w="0">
            <a:solidFill>
              <a:srgbClr val="F3F0E8"/>
            </a:solidFill>
            <a:prstDash val="solid"/>
          </a:ln>
        </p:spPr>
      </p:sp>
      <p:sp>
        <p:nvSpPr>
          <p:cNvPr id="30" name="scenario-row-code-1">
            <a:extLst xmlns:a="http://schemas.openxmlformats.org/drawingml/2006/main">
              <a:ext uri="{FF2B5EF4-FFF2-40B4-BE49-F238E27FC236}">
                <a16:creationId xmlns:a16="http://schemas.microsoft.com/office/drawing/2014/main" id="{48ED1F32-0350-4F69-A5A6-B6B7EB853E5E}"/>
              </a:ext>
            </a:extLst>
          </p:cNvPr>
          <p:cNvSpPr>
            <a:spLocks xmlns:a="http://schemas.openxmlformats.org/drawingml/2006/main" noGrp="1"/>
          </p:cNvSpPr>
          <p:nvPr/>
        </p:nvSpPr>
        <p:spPr>
          <a:xfrm xmlns:a="http://schemas.openxmlformats.org/drawingml/2006/main">
            <a:off x="7962900" y="29146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GRS-02</a:t>
            </a:r>
          </a:p>
        </p:txBody>
      </p:sp>
      <p:sp>
        <p:nvSpPr>
          <p:cNvPr id="31" name="scenario-row-label-1">
            <a:extLst xmlns:a="http://schemas.openxmlformats.org/drawingml/2006/main">
              <a:ext uri="{FF2B5EF4-FFF2-40B4-BE49-F238E27FC236}">
                <a16:creationId xmlns:a16="http://schemas.microsoft.com/office/drawing/2014/main" id="{DCE7D38A-7B99-458A-A952-842298D1D5EE}"/>
              </a:ext>
            </a:extLst>
          </p:cNvPr>
          <p:cNvSpPr>
            <a:spLocks xmlns:a="http://schemas.openxmlformats.org/drawingml/2006/main" noGrp="1"/>
          </p:cNvSpPr>
          <p:nvPr/>
        </p:nvSpPr>
        <p:spPr>
          <a:xfrm xmlns:a="http://schemas.openxmlformats.org/drawingml/2006/main">
            <a:off x="8629650" y="29146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Scale / recovery</a:t>
            </a:r>
          </a:p>
        </p:txBody>
      </p:sp>
      <p:sp>
        <p:nvSpPr>
          <p:cNvPr id="32" name="scenario-row-weight-1">
            <a:extLst xmlns:a="http://schemas.openxmlformats.org/drawingml/2006/main">
              <a:ext uri="{FF2B5EF4-FFF2-40B4-BE49-F238E27FC236}">
                <a16:creationId xmlns:a16="http://schemas.microsoft.com/office/drawing/2014/main" id="{49CB506D-45AA-49FA-939F-E5F47BD50375}"/>
              </a:ext>
            </a:extLst>
          </p:cNvPr>
          <p:cNvSpPr>
            <a:spLocks xmlns:a="http://schemas.openxmlformats.org/drawingml/2006/main" noGrp="1"/>
          </p:cNvSpPr>
          <p:nvPr/>
        </p:nvSpPr>
        <p:spPr>
          <a:xfrm xmlns:a="http://schemas.openxmlformats.org/drawingml/2006/main">
            <a:off x="10420350" y="29146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3" name="scenario-row-state-1">
            <a:extLst xmlns:a="http://schemas.openxmlformats.org/drawingml/2006/main">
              <a:ext uri="{FF2B5EF4-FFF2-40B4-BE49-F238E27FC236}">
                <a16:creationId xmlns:a16="http://schemas.microsoft.com/office/drawing/2014/main" id="{FF7D7F95-FA48-4377-9E9A-EF5BCDDEADBE}"/>
              </a:ext>
            </a:extLst>
          </p:cNvPr>
          <p:cNvSpPr>
            <a:spLocks xmlns:a="http://schemas.openxmlformats.org/drawingml/2006/main" noGrp="1"/>
          </p:cNvSpPr>
          <p:nvPr/>
        </p:nvSpPr>
        <p:spPr>
          <a:xfrm xmlns:a="http://schemas.openxmlformats.org/drawingml/2006/main">
            <a:off x="10858500" y="29146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4" name="scenario-row-code-2">
            <a:extLst xmlns:a="http://schemas.openxmlformats.org/drawingml/2006/main">
              <a:ext uri="{FF2B5EF4-FFF2-40B4-BE49-F238E27FC236}">
                <a16:creationId xmlns:a16="http://schemas.microsoft.com/office/drawing/2014/main" id="{9A2AECEE-3EAE-46AA-B204-8D1EAB04136B}"/>
              </a:ext>
            </a:extLst>
          </p:cNvPr>
          <p:cNvSpPr>
            <a:spLocks xmlns:a="http://schemas.openxmlformats.org/drawingml/2006/main" noGrp="1"/>
          </p:cNvSpPr>
          <p:nvPr/>
        </p:nvSpPr>
        <p:spPr>
          <a:xfrm xmlns:a="http://schemas.openxmlformats.org/drawingml/2006/main">
            <a:off x="7962900" y="32194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GRS-03</a:t>
            </a:r>
          </a:p>
        </p:txBody>
      </p:sp>
      <p:sp>
        <p:nvSpPr>
          <p:cNvPr id="35" name="scenario-row-label-2">
            <a:extLst xmlns:a="http://schemas.openxmlformats.org/drawingml/2006/main">
              <a:ext uri="{FF2B5EF4-FFF2-40B4-BE49-F238E27FC236}">
                <a16:creationId xmlns:a16="http://schemas.microsoft.com/office/drawing/2014/main" id="{A5A4049B-5521-473D-BA2F-06BA865FD1A1}"/>
              </a:ext>
            </a:extLst>
          </p:cNvPr>
          <p:cNvSpPr>
            <a:spLocks xmlns:a="http://schemas.openxmlformats.org/drawingml/2006/main" noGrp="1"/>
          </p:cNvSpPr>
          <p:nvPr/>
        </p:nvSpPr>
        <p:spPr>
          <a:xfrm xmlns:a="http://schemas.openxmlformats.org/drawingml/2006/main">
            <a:off x="8629650" y="32194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IAM / traceability</a:t>
            </a:r>
          </a:p>
        </p:txBody>
      </p:sp>
      <p:sp>
        <p:nvSpPr>
          <p:cNvPr id="36" name="scenario-row-weight-2">
            <a:extLst xmlns:a="http://schemas.openxmlformats.org/drawingml/2006/main">
              <a:ext uri="{FF2B5EF4-FFF2-40B4-BE49-F238E27FC236}">
                <a16:creationId xmlns:a16="http://schemas.microsoft.com/office/drawing/2014/main" id="{4593799E-1EB7-40C3-BD42-07C12630215F}"/>
              </a:ext>
            </a:extLst>
          </p:cNvPr>
          <p:cNvSpPr>
            <a:spLocks xmlns:a="http://schemas.openxmlformats.org/drawingml/2006/main" noGrp="1"/>
          </p:cNvSpPr>
          <p:nvPr/>
        </p:nvSpPr>
        <p:spPr>
          <a:xfrm xmlns:a="http://schemas.openxmlformats.org/drawingml/2006/main">
            <a:off x="10420350" y="32194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7" name="scenario-row-state-2">
            <a:extLst xmlns:a="http://schemas.openxmlformats.org/drawingml/2006/main">
              <a:ext uri="{FF2B5EF4-FFF2-40B4-BE49-F238E27FC236}">
                <a16:creationId xmlns:a16="http://schemas.microsoft.com/office/drawing/2014/main" id="{11348A6C-DBAD-403F-BF73-02CDD598CD68}"/>
              </a:ext>
            </a:extLst>
          </p:cNvPr>
          <p:cNvSpPr>
            <a:spLocks xmlns:a="http://schemas.openxmlformats.org/drawingml/2006/main" noGrp="1"/>
          </p:cNvSpPr>
          <p:nvPr/>
        </p:nvSpPr>
        <p:spPr>
          <a:xfrm xmlns:a="http://schemas.openxmlformats.org/drawingml/2006/main">
            <a:off x="10858500" y="32194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8" name="scenario-row-fill-3">
            <a:extLst xmlns:a="http://schemas.openxmlformats.org/drawingml/2006/main">
              <a:ext uri="{FF2B5EF4-FFF2-40B4-BE49-F238E27FC236}">
                <a16:creationId xmlns:a16="http://schemas.microsoft.com/office/drawing/2014/main" id="{C8B269AB-ED2B-4EA6-83E2-E3568BF8B61D}"/>
              </a:ext>
            </a:extLst>
          </p:cNvPr>
          <p:cNvSpPr>
            <a:spLocks xmlns:a="http://schemas.openxmlformats.org/drawingml/2006/main" noGrp="1"/>
          </p:cNvSpPr>
          <p:nvPr/>
        </p:nvSpPr>
        <p:spPr>
          <a:xfrm xmlns:a="http://schemas.openxmlformats.org/drawingml/2006/main">
            <a:off x="7858125" y="3505200"/>
            <a:ext cx="3714750" cy="304800"/>
          </a:xfrm>
          <a:prstGeom xmlns:a="http://schemas.openxmlformats.org/drawingml/2006/main" prst="rect">
            <a:avLst/>
          </a:prstGeom>
          <a:solidFill xmlns:a="http://schemas.openxmlformats.org/drawingml/2006/main">
            <a:srgbClr val="F3F0E8"/>
          </a:solidFill>
          <a:ln xmlns:a="http://schemas.openxmlformats.org/drawingml/2006/main" w="0">
            <a:solidFill>
              <a:srgbClr val="F3F0E8"/>
            </a:solidFill>
            <a:prstDash val="solid"/>
          </a:ln>
        </p:spPr>
      </p:sp>
      <p:sp>
        <p:nvSpPr>
          <p:cNvPr id="39" name="scenario-row-code-3">
            <a:extLst xmlns:a="http://schemas.openxmlformats.org/drawingml/2006/main">
              <a:ext uri="{FF2B5EF4-FFF2-40B4-BE49-F238E27FC236}">
                <a16:creationId xmlns:a16="http://schemas.microsoft.com/office/drawing/2014/main" id="{720FB59E-FDD5-4DE8-B719-FE1BB59031DF}"/>
              </a:ext>
            </a:extLst>
          </p:cNvPr>
          <p:cNvSpPr>
            <a:spLocks xmlns:a="http://schemas.openxmlformats.org/drawingml/2006/main" noGrp="1"/>
          </p:cNvSpPr>
          <p:nvPr/>
        </p:nvSpPr>
        <p:spPr>
          <a:xfrm xmlns:a="http://schemas.openxmlformats.org/drawingml/2006/main">
            <a:off x="7962900" y="35242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GRS-04</a:t>
            </a:r>
          </a:p>
        </p:txBody>
      </p:sp>
      <p:sp>
        <p:nvSpPr>
          <p:cNvPr id="40" name="scenario-row-label-3">
            <a:extLst xmlns:a="http://schemas.openxmlformats.org/drawingml/2006/main">
              <a:ext uri="{FF2B5EF4-FFF2-40B4-BE49-F238E27FC236}">
                <a16:creationId xmlns:a16="http://schemas.microsoft.com/office/drawing/2014/main" id="{0E2A0272-9F9A-4231-BC8B-6C909E6DAF5F}"/>
              </a:ext>
            </a:extLst>
          </p:cNvPr>
          <p:cNvSpPr>
            <a:spLocks xmlns:a="http://schemas.openxmlformats.org/drawingml/2006/main" noGrp="1"/>
          </p:cNvSpPr>
          <p:nvPr/>
        </p:nvSpPr>
        <p:spPr>
          <a:xfrm xmlns:a="http://schemas.openxmlformats.org/drawingml/2006/main">
            <a:off x="8629650" y="35242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Reversibility</a:t>
            </a:r>
          </a:p>
        </p:txBody>
      </p:sp>
      <p:sp>
        <p:nvSpPr>
          <p:cNvPr id="41" name="scenario-row-weight-3">
            <a:extLst xmlns:a="http://schemas.openxmlformats.org/drawingml/2006/main">
              <a:ext uri="{FF2B5EF4-FFF2-40B4-BE49-F238E27FC236}">
                <a16:creationId xmlns:a16="http://schemas.microsoft.com/office/drawing/2014/main" id="{F17382D3-DFF8-4EE0-81DD-0B08466D218B}"/>
              </a:ext>
            </a:extLst>
          </p:cNvPr>
          <p:cNvSpPr>
            <a:spLocks xmlns:a="http://schemas.openxmlformats.org/drawingml/2006/main" noGrp="1"/>
          </p:cNvSpPr>
          <p:nvPr/>
        </p:nvSpPr>
        <p:spPr>
          <a:xfrm xmlns:a="http://schemas.openxmlformats.org/drawingml/2006/main">
            <a:off x="10420350" y="35242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2" name="scenario-row-state-3">
            <a:extLst xmlns:a="http://schemas.openxmlformats.org/drawingml/2006/main">
              <a:ext uri="{FF2B5EF4-FFF2-40B4-BE49-F238E27FC236}">
                <a16:creationId xmlns:a16="http://schemas.microsoft.com/office/drawing/2014/main" id="{15EFEA55-4782-4C0E-B84F-29C87BEF13D1}"/>
              </a:ext>
            </a:extLst>
          </p:cNvPr>
          <p:cNvSpPr>
            <a:spLocks xmlns:a="http://schemas.openxmlformats.org/drawingml/2006/main" noGrp="1"/>
          </p:cNvSpPr>
          <p:nvPr/>
        </p:nvSpPr>
        <p:spPr>
          <a:xfrm xmlns:a="http://schemas.openxmlformats.org/drawingml/2006/main">
            <a:off x="10858500" y="35242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3" name="scenario-row-code-4">
            <a:extLst xmlns:a="http://schemas.openxmlformats.org/drawingml/2006/main">
              <a:ext uri="{FF2B5EF4-FFF2-40B4-BE49-F238E27FC236}">
                <a16:creationId xmlns:a16="http://schemas.microsoft.com/office/drawing/2014/main" id="{7736A9DD-5C71-4E42-9374-245D7690575D}"/>
              </a:ext>
            </a:extLst>
          </p:cNvPr>
          <p:cNvSpPr>
            <a:spLocks xmlns:a="http://schemas.openxmlformats.org/drawingml/2006/main" noGrp="1"/>
          </p:cNvSpPr>
          <p:nvPr/>
        </p:nvSpPr>
        <p:spPr>
          <a:xfrm xmlns:a="http://schemas.openxmlformats.org/drawingml/2006/main">
            <a:off x="7962900" y="38290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GRS-05</a:t>
            </a:r>
          </a:p>
        </p:txBody>
      </p:sp>
      <p:sp>
        <p:nvSpPr>
          <p:cNvPr id="44" name="scenario-row-label-4">
            <a:extLst xmlns:a="http://schemas.openxmlformats.org/drawingml/2006/main">
              <a:ext uri="{FF2B5EF4-FFF2-40B4-BE49-F238E27FC236}">
                <a16:creationId xmlns:a16="http://schemas.microsoft.com/office/drawing/2014/main" id="{4803509F-5C4C-45B5-8966-470C78E950D4}"/>
              </a:ext>
            </a:extLst>
          </p:cNvPr>
          <p:cNvSpPr>
            <a:spLocks xmlns:a="http://schemas.openxmlformats.org/drawingml/2006/main" noGrp="1"/>
          </p:cNvSpPr>
          <p:nvPr/>
        </p:nvSpPr>
        <p:spPr>
          <a:xfrm xmlns:a="http://schemas.openxmlformats.org/drawingml/2006/main">
            <a:off x="8629650" y="38290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Fully allocated TCO</a:t>
            </a:r>
          </a:p>
        </p:txBody>
      </p:sp>
      <p:sp>
        <p:nvSpPr>
          <p:cNvPr id="45" name="scenario-row-weight-4">
            <a:extLst xmlns:a="http://schemas.openxmlformats.org/drawingml/2006/main">
              <a:ext uri="{FF2B5EF4-FFF2-40B4-BE49-F238E27FC236}">
                <a16:creationId xmlns:a16="http://schemas.microsoft.com/office/drawing/2014/main" id="{066AD66D-E803-44EE-9602-58B024F4BC9F}"/>
              </a:ext>
            </a:extLst>
          </p:cNvPr>
          <p:cNvSpPr>
            <a:spLocks xmlns:a="http://schemas.openxmlformats.org/drawingml/2006/main" noGrp="1"/>
          </p:cNvSpPr>
          <p:nvPr/>
        </p:nvSpPr>
        <p:spPr>
          <a:xfrm xmlns:a="http://schemas.openxmlformats.org/drawingml/2006/main">
            <a:off x="10420350" y="38290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6" name="scenario-row-state-4">
            <a:extLst xmlns:a="http://schemas.openxmlformats.org/drawingml/2006/main">
              <a:ext uri="{FF2B5EF4-FFF2-40B4-BE49-F238E27FC236}">
                <a16:creationId xmlns:a16="http://schemas.microsoft.com/office/drawing/2014/main" id="{0208D6F5-D235-4AB9-BFEC-3646E5FE0E18}"/>
              </a:ext>
            </a:extLst>
          </p:cNvPr>
          <p:cNvSpPr>
            <a:spLocks xmlns:a="http://schemas.openxmlformats.org/drawingml/2006/main" noGrp="1"/>
          </p:cNvSpPr>
          <p:nvPr/>
        </p:nvSpPr>
        <p:spPr>
          <a:xfrm xmlns:a="http://schemas.openxmlformats.org/drawingml/2006/main">
            <a:off x="10858500" y="38290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7" name="scenario-row-fill-5">
            <a:extLst xmlns:a="http://schemas.openxmlformats.org/drawingml/2006/main">
              <a:ext uri="{FF2B5EF4-FFF2-40B4-BE49-F238E27FC236}">
                <a16:creationId xmlns:a16="http://schemas.microsoft.com/office/drawing/2014/main" id="{74234030-2D1D-457F-AEF6-DA67D0D50C85}"/>
              </a:ext>
            </a:extLst>
          </p:cNvPr>
          <p:cNvSpPr>
            <a:spLocks xmlns:a="http://schemas.openxmlformats.org/drawingml/2006/main" noGrp="1"/>
          </p:cNvSpPr>
          <p:nvPr/>
        </p:nvSpPr>
        <p:spPr>
          <a:xfrm xmlns:a="http://schemas.openxmlformats.org/drawingml/2006/main">
            <a:off x="7858125" y="4114800"/>
            <a:ext cx="3714750" cy="304800"/>
          </a:xfrm>
          <a:prstGeom xmlns:a="http://schemas.openxmlformats.org/drawingml/2006/main" prst="rect">
            <a:avLst/>
          </a:prstGeom>
          <a:solidFill xmlns:a="http://schemas.openxmlformats.org/drawingml/2006/main">
            <a:srgbClr val="F3F0E8"/>
          </a:solidFill>
          <a:ln xmlns:a="http://schemas.openxmlformats.org/drawingml/2006/main" w="0">
            <a:solidFill>
              <a:srgbClr val="F3F0E8"/>
            </a:solidFill>
            <a:prstDash val="solid"/>
          </a:ln>
        </p:spPr>
      </p:sp>
      <p:sp>
        <p:nvSpPr>
          <p:cNvPr id="48" name="scenario-row-code-5">
            <a:extLst xmlns:a="http://schemas.openxmlformats.org/drawingml/2006/main">
              <a:ext uri="{FF2B5EF4-FFF2-40B4-BE49-F238E27FC236}">
                <a16:creationId xmlns:a16="http://schemas.microsoft.com/office/drawing/2014/main" id="{E1432C09-6AE2-43A0-8B9C-28FA84C89D58}"/>
              </a:ext>
            </a:extLst>
          </p:cNvPr>
          <p:cNvSpPr>
            <a:spLocks xmlns:a="http://schemas.openxmlformats.org/drawingml/2006/main" noGrp="1"/>
          </p:cNvSpPr>
          <p:nvPr/>
        </p:nvSpPr>
        <p:spPr>
          <a:xfrm xmlns:a="http://schemas.openxmlformats.org/drawingml/2006/main">
            <a:off x="7962900" y="41338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GRS-06</a:t>
            </a:r>
          </a:p>
        </p:txBody>
      </p:sp>
      <p:sp>
        <p:nvSpPr>
          <p:cNvPr id="49" name="scenario-row-label-5">
            <a:extLst xmlns:a="http://schemas.openxmlformats.org/drawingml/2006/main">
              <a:ext uri="{FF2B5EF4-FFF2-40B4-BE49-F238E27FC236}">
                <a16:creationId xmlns:a16="http://schemas.microsoft.com/office/drawing/2014/main" id="{9D640B39-167F-4759-B284-5F9FEF3B4520}"/>
              </a:ext>
            </a:extLst>
          </p:cNvPr>
          <p:cNvSpPr>
            <a:spLocks xmlns:a="http://schemas.openxmlformats.org/drawingml/2006/main" noGrp="1"/>
          </p:cNvSpPr>
          <p:nvPr/>
        </p:nvSpPr>
        <p:spPr>
          <a:xfrm xmlns:a="http://schemas.openxmlformats.org/drawingml/2006/main">
            <a:off x="8629650" y="41338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CP operating duty</a:t>
            </a:r>
          </a:p>
        </p:txBody>
      </p:sp>
      <p:sp>
        <p:nvSpPr>
          <p:cNvPr id="50" name="scenario-row-weight-5">
            <a:extLst xmlns:a="http://schemas.openxmlformats.org/drawingml/2006/main">
              <a:ext uri="{FF2B5EF4-FFF2-40B4-BE49-F238E27FC236}">
                <a16:creationId xmlns:a16="http://schemas.microsoft.com/office/drawing/2014/main" id="{E40A3421-2F84-4D01-832C-B437F4C6CE5C}"/>
              </a:ext>
            </a:extLst>
          </p:cNvPr>
          <p:cNvSpPr>
            <a:spLocks xmlns:a="http://schemas.openxmlformats.org/drawingml/2006/main" noGrp="1"/>
          </p:cNvSpPr>
          <p:nvPr/>
        </p:nvSpPr>
        <p:spPr>
          <a:xfrm xmlns:a="http://schemas.openxmlformats.org/drawingml/2006/main">
            <a:off x="10420350" y="41338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4%</a:t>
            </a:r>
          </a:p>
        </p:txBody>
      </p:sp>
      <p:sp>
        <p:nvSpPr>
          <p:cNvPr id="51" name="scenario-row-state-5">
            <a:extLst xmlns:a="http://schemas.openxmlformats.org/drawingml/2006/main">
              <a:ext uri="{FF2B5EF4-FFF2-40B4-BE49-F238E27FC236}">
                <a16:creationId xmlns:a16="http://schemas.microsoft.com/office/drawing/2014/main" id="{1E20BC4F-0191-4F14-AB54-35EB09D035FD}"/>
              </a:ext>
            </a:extLst>
          </p:cNvPr>
          <p:cNvSpPr>
            <a:spLocks xmlns:a="http://schemas.openxmlformats.org/drawingml/2006/main" noGrp="1"/>
          </p:cNvSpPr>
          <p:nvPr/>
        </p:nvSpPr>
        <p:spPr>
          <a:xfrm xmlns:a="http://schemas.openxmlformats.org/drawingml/2006/main">
            <a:off x="10858500" y="41338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52" name="scenario-envelope-label">
            <a:extLst xmlns:a="http://schemas.openxmlformats.org/drawingml/2006/main">
              <a:ext uri="{FF2B5EF4-FFF2-40B4-BE49-F238E27FC236}">
                <a16:creationId xmlns:a16="http://schemas.microsoft.com/office/drawing/2014/main" id="{8ADFE0DC-3DA0-4821-8280-D2CC6E93CBA7}"/>
              </a:ext>
            </a:extLst>
          </p:cNvPr>
          <p:cNvSpPr>
            <a:spLocks xmlns:a="http://schemas.openxmlformats.org/drawingml/2006/main" noGrp="1"/>
          </p:cNvSpPr>
          <p:nvPr/>
        </p:nvSpPr>
        <p:spPr>
          <a:xfrm xmlns:a="http://schemas.openxmlformats.org/drawingml/2006/main">
            <a:off x="7981950" y="4495800"/>
            <a:ext cx="3467100" cy="2095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MECHANICAL ENVELOPES</a:t>
            </a:r>
          </a:p>
        </p:txBody>
      </p:sp>
      <p:sp>
        <p:nvSpPr>
          <p:cNvPr id="53" name="scenario-envelope-values">
            <a:extLst xmlns:a="http://schemas.openxmlformats.org/drawingml/2006/main">
              <a:ext uri="{FF2B5EF4-FFF2-40B4-BE49-F238E27FC236}">
                <a16:creationId xmlns:a16="http://schemas.microsoft.com/office/drawing/2014/main" id="{4F762FFB-5812-4337-B844-7923F55B7703}"/>
              </a:ext>
            </a:extLst>
          </p:cNvPr>
          <p:cNvSpPr>
            <a:spLocks xmlns:a="http://schemas.openxmlformats.org/drawingml/2006/main" noGrp="1"/>
          </p:cNvSpPr>
          <p:nvPr/>
        </p:nvSpPr>
        <p:spPr>
          <a:xfrm xmlns:a="http://schemas.openxmlformats.org/drawingml/2006/main">
            <a:off x="7981950" y="4724400"/>
            <a:ext cx="3467100" cy="7048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Kong       55.8–95.8</a:t>
            </a:r>
          </a:p>
          <a:p xmlns:a="http://schemas.openxmlformats.org/drawingml/2006/main">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Apigee     51.3–91.3</a:t>
            </a:r>
          </a:p>
          <a:p xmlns:a="http://schemas.openxmlformats.org/drawingml/2006/main">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MuleSoft   46.2–86.2</a:t>
            </a:r>
          </a:p>
        </p:txBody>
      </p:sp>
      <p:sp>
        <p:nvSpPr>
          <p:cNvPr id="54" name="scenario-sensitivity">
            <a:extLst xmlns:a="http://schemas.openxmlformats.org/drawingml/2006/main">
              <a:ext uri="{FF2B5EF4-FFF2-40B4-BE49-F238E27FC236}">
                <a16:creationId xmlns:a16="http://schemas.microsoft.com/office/drawing/2014/main" id="{81DE062C-1E49-4221-8945-ED4152556423}"/>
              </a:ext>
            </a:extLst>
          </p:cNvPr>
          <p:cNvSpPr>
            <a:spLocks xmlns:a="http://schemas.openxmlformats.org/drawingml/2006/main" noGrp="1"/>
          </p:cNvSpPr>
          <p:nvPr/>
        </p:nvSpPr>
        <p:spPr>
          <a:xfrm xmlns:a="http://schemas.openxmlformats.org/drawingml/2006/main">
            <a:off x="7981950" y="5467350"/>
            <a:ext cx="3467100" cy="3619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050" b="0">
                <a:solidFill>
                  <a:srgbClr val="686A66"/>
                </a:solidFill>
                <a:latin typeface="Arial"/>
                <a:ea typeface="Arial"/>
                <a:cs typeface="Arial"/>
              </a:defRPr>
            </a:pPr>
            <a:r>
              <a:rPr sz="1050" b="0">
                <a:solidFill>
                  <a:srgbClr val="686A66"/>
                </a:solidFill>
                <a:latin typeface="Arial"/>
                <a:ea typeface="Arial"/>
                <a:cs typeface="Arial"/>
              </a:rPr>
              <a:t>Every option can rank first · Apigee reverses Kong at +1.125 average GRS</a:t>
            </a:r>
          </a:p>
        </p:txBody>
      </p:sp>
      <p:sp>
        <p:nvSpPr>
          <p:cNvPr id="55" name="scenario-hold-band">
            <a:extLst xmlns:a="http://schemas.openxmlformats.org/drawingml/2006/main">
              <a:ext uri="{FF2B5EF4-FFF2-40B4-BE49-F238E27FC236}">
                <a16:creationId xmlns:a16="http://schemas.microsoft.com/office/drawing/2014/main" id="{90BA302B-73C9-4B01-AD13-2B575B6BE167}"/>
              </a:ext>
            </a:extLst>
          </p:cNvPr>
          <p:cNvSpPr>
            <a:spLocks xmlns:a="http://schemas.openxmlformats.org/drawingml/2006/main" noGrp="1"/>
          </p:cNvSpPr>
          <p:nvPr/>
        </p:nvSpPr>
        <p:spPr>
          <a:xfrm xmlns:a="http://schemas.openxmlformats.org/drawingml/2006/main">
            <a:off x="7848600" y="5867400"/>
            <a:ext cx="3733800" cy="304800"/>
          </a:xfrm>
          <a:prstGeom xmlns:a="http://schemas.openxmlformats.org/drawingml/2006/main" prst="rect">
            <a:avLst/>
          </a:prstGeom>
          <a:solidFill xmlns:a="http://schemas.openxmlformats.org/drawingml/2006/main">
            <a:srgbClr val="FFC72C"/>
          </a:solidFill>
          <a:ln xmlns:a="http://schemas.openxmlformats.org/drawingml/2006/main" w="0">
            <a:solidFill>
              <a:srgbClr val="FFC72C"/>
            </a:solidFill>
            <a:prstDash val="solid"/>
          </a:ln>
        </p:spPr>
      </p:sp>
      <p:sp>
        <p:nvSpPr>
          <p:cNvPr id="56" name="scenario-hold-text">
            <a:extLst xmlns:a="http://schemas.openxmlformats.org/drawingml/2006/main">
              <a:ext uri="{FF2B5EF4-FFF2-40B4-BE49-F238E27FC236}">
                <a16:creationId xmlns:a16="http://schemas.microsoft.com/office/drawing/2014/main" id="{FAD07EBB-6809-424B-8A6D-86FB03981C17}"/>
              </a:ext>
            </a:extLst>
          </p:cNvPr>
          <p:cNvSpPr>
            <a:spLocks xmlns:a="http://schemas.openxmlformats.org/drawingml/2006/main" noGrp="1"/>
          </p:cNvSpPr>
          <p:nvPr/>
        </p:nvSpPr>
        <p:spPr>
          <a:xfrm xmlns:a="http://schemas.openxmlformats.org/drawingml/2006/main">
            <a:off x="7943850" y="5886450"/>
            <a:ext cx="35433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ctr">
              <a:lnSpc>
                <a:spcPct val="100000"/>
              </a:lnSpc>
              <a:buNone/>
              <a:defRPr sz="1050" b="1">
                <a:solidFill>
                  <a:srgbClr val="111111"/>
                </a:solidFill>
                <a:latin typeface="Consolas"/>
                <a:ea typeface="Consolas"/>
                <a:cs typeface="Consolas"/>
              </a:defRPr>
            </a:pPr>
            <a:r>
              <a:rPr sz="1050" b="1">
                <a:solidFill>
                  <a:srgbClr val="111111"/>
                </a:solidFill>
                <a:latin typeface="Consolas"/>
                <a:ea typeface="Consolas"/>
                <a:cs typeface="Consolas"/>
              </a:rPr>
              <a:t>0% COMMON SCORE-CAPABLE EVIDENCE · HOLD</a:t>
            </a:r>
          </a:p>
        </p:txBody>
      </p:sp>
    </p:spTree>
    <p:extLst>
      <p:ext uri="{BB962C8B-B14F-4D97-AF65-F5344CB8AC3E}">
        <p14:creationId xmlns:p14="http://schemas.microsoft.com/office/powerpoint/2010/main" val="1922932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2026-08-22T02:20:33.0610000Z</dcterms:created>
  <dcterms:modified xsi:type="dcterms:W3CDTF">2026-08-22T02:20:33.0610000Z</dcterms:modified>
</coreProperties>
</file>